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1" r:id="rId3"/>
    <p:sldId id="267" r:id="rId4"/>
    <p:sldId id="306" r:id="rId5"/>
    <p:sldId id="312" r:id="rId6"/>
    <p:sldId id="269" r:id="rId7"/>
    <p:sldId id="291" r:id="rId8"/>
    <p:sldId id="307" r:id="rId9"/>
    <p:sldId id="311" r:id="rId10"/>
    <p:sldId id="308" r:id="rId11"/>
    <p:sldId id="298" r:id="rId12"/>
    <p:sldId id="309" r:id="rId13"/>
    <p:sldId id="310" r:id="rId14"/>
    <p:sldId id="299" r:id="rId15"/>
    <p:sldId id="288" r:id="rId16"/>
    <p:sldId id="272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3044B-AD15-4076-A055-76E914756E04}" v="677" dt="2025-10-16T14:52:05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0-16T15:40:50.665" v="13373" actId="1076"/>
      <pc:docMkLst>
        <pc:docMk/>
      </pc:docMkLst>
      <pc:sldChg chg="modSp mod">
        <pc:chgData name="Jafet Baca" userId="e9aa8a7d9ee7777b" providerId="LiveId" clId="{891FC043-2C73-4761-9DD1-747827663B49}" dt="2025-10-16T02:01:46.408" v="11223" actId="27636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0-16T02:01:46.408" v="11223" actId="27636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10-16T13:51:08.446" v="11311" actId="22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10-16T13:50:38.988" v="11308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10-09T02:45:14.557" v="10597" actId="20577"/>
          <ac:spMkLst>
            <pc:docMk/>
            <pc:sldMk cId="146951357" sldId="267"/>
            <ac:spMk id="79" creationId="{7AC259C7-7C69-CD15-506A-04F6FA3D61AA}"/>
          </ac:spMkLst>
        </pc:spChg>
        <pc:picChg chg="add del mod">
          <ac:chgData name="Jafet Baca" userId="e9aa8a7d9ee7777b" providerId="LiveId" clId="{891FC043-2C73-4761-9DD1-747827663B49}" dt="2025-10-16T13:51:05.371" v="11309" actId="478"/>
          <ac:picMkLst>
            <pc:docMk/>
            <pc:sldMk cId="146951357" sldId="267"/>
            <ac:picMk id="3" creationId="{FAC1EB58-DA74-E61E-DE4C-2A4356EF5A8A}"/>
          </ac:picMkLst>
        </pc:picChg>
        <pc:picChg chg="add">
          <ac:chgData name="Jafet Baca" userId="e9aa8a7d9ee7777b" providerId="LiveId" clId="{891FC043-2C73-4761-9DD1-747827663B49}" dt="2025-10-16T13:51:08.446" v="11311" actId="22"/>
          <ac:picMkLst>
            <pc:docMk/>
            <pc:sldMk cId="146951357" sldId="267"/>
            <ac:picMk id="4" creationId="{F14F7266-0899-7DDE-F88A-1326E77C5CE8}"/>
          </ac:picMkLst>
        </pc:picChg>
        <pc:picChg chg="add del mod">
          <ac:chgData name="Jafet Baca" userId="e9aa8a7d9ee7777b" providerId="LiveId" clId="{891FC043-2C73-4761-9DD1-747827663B49}" dt="2025-10-16T13:51:07.217" v="11310" actId="478"/>
          <ac:picMkLst>
            <pc:docMk/>
            <pc:sldMk cId="146951357" sldId="267"/>
            <ac:picMk id="6" creationId="{2D755316-36B2-847F-1068-E2CA2F9BC519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mod">
        <pc:chgData name="Jafet Baca" userId="e9aa8a7d9ee7777b" providerId="LiveId" clId="{891FC043-2C73-4761-9DD1-747827663B49}" dt="2025-10-16T14:21:12.775" v="11642" actId="1076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10-16T14:20:36.018" v="11639" actId="403"/>
          <ac:spMkLst>
            <pc:docMk/>
            <pc:sldMk cId="1016271269" sldId="269"/>
            <ac:spMk id="2" creationId="{D7DD60EF-6E1E-4BBD-E087-F6BF07ABD533}"/>
          </ac:spMkLst>
        </pc:spChg>
        <pc:picChg chg="add del mod">
          <ac:chgData name="Jafet Baca" userId="e9aa8a7d9ee7777b" providerId="LiveId" clId="{891FC043-2C73-4761-9DD1-747827663B49}" dt="2025-10-16T14:20:37.805" v="11640" actId="478"/>
          <ac:picMkLst>
            <pc:docMk/>
            <pc:sldMk cId="1016271269" sldId="269"/>
            <ac:picMk id="4" creationId="{24223E75-E651-03E0-6A91-8DFA8123ED21}"/>
          </ac:picMkLst>
        </pc:picChg>
        <pc:picChg chg="add mod">
          <ac:chgData name="Jafet Baca" userId="e9aa8a7d9ee7777b" providerId="LiveId" clId="{891FC043-2C73-4761-9DD1-747827663B49}" dt="2025-10-16T14:21:12.775" v="11642" actId="1076"/>
          <ac:picMkLst>
            <pc:docMk/>
            <pc:sldMk cId="1016271269" sldId="269"/>
            <ac:picMk id="5" creationId="{8744757E-C73B-C611-9ABA-A31E6E04CA09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10-16T15:15:25.383" v="13287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0-16T15:15:25.383" v="13287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del mod">
        <pc:chgData name="Jafet Baca" userId="e9aa8a7d9ee7777b" providerId="LiveId" clId="{891FC043-2C73-4761-9DD1-747827663B49}" dt="2025-10-02T21:56:01.544" v="9832" actId="47"/>
        <pc:sldMkLst>
          <pc:docMk/>
          <pc:sldMk cId="1467760601" sldId="275"/>
        </pc:sldMkLst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del mod ord">
        <pc:chgData name="Jafet Baca" userId="e9aa8a7d9ee7777b" providerId="LiveId" clId="{891FC043-2C73-4761-9DD1-747827663B49}" dt="2025-10-02T21:37:18.078" v="9205" actId="47"/>
        <pc:sldMkLst>
          <pc:docMk/>
          <pc:sldMk cId="101706889" sldId="287"/>
        </pc:sldMkLst>
      </pc:sldChg>
      <pc:sldChg chg="addSp delSp modSp new mod">
        <pc:chgData name="Jafet Baca" userId="e9aa8a7d9ee7777b" providerId="LiveId" clId="{891FC043-2C73-4761-9DD1-747827663B49}" dt="2025-10-16T15:15:08.253" v="13277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10-16T15:15:08.253" v="13277" actId="20577"/>
          <ac:spMkLst>
            <pc:docMk/>
            <pc:sldMk cId="3707435978" sldId="288"/>
            <ac:spMk id="2" creationId="{BD0F855F-63C4-5E5B-F8A7-FDB812AA2D35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del mod">
        <pc:chgData name="Jafet Baca" userId="e9aa8a7d9ee7777b" providerId="LiveId" clId="{891FC043-2C73-4761-9DD1-747827663B49}" dt="2025-10-16T13:51:42.279" v="11338" actId="47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10-16T13:51:27.148" v="11335" actId="20577"/>
          <ac:spMkLst>
            <pc:docMk/>
            <pc:sldMk cId="377898415" sldId="290"/>
            <ac:spMk id="3" creationId="{F7ED4B6A-92A6-2C23-3A99-AB7995DDF26F}"/>
          </ac:spMkLst>
        </pc:spChg>
        <pc:picChg chg="add del mod">
          <ac:chgData name="Jafet Baca" userId="e9aa8a7d9ee7777b" providerId="LiveId" clId="{891FC043-2C73-4761-9DD1-747827663B49}" dt="2025-10-16T13:51:30.773" v="11336" actId="478"/>
          <ac:picMkLst>
            <pc:docMk/>
            <pc:sldMk cId="377898415" sldId="290"/>
            <ac:picMk id="6" creationId="{D632D32E-0CEE-6B69-4104-C4504CDE9EE8}"/>
          </ac:picMkLst>
        </pc:picChg>
      </pc:sldChg>
      <pc:sldChg chg="addSp delSp modSp new mod">
        <pc:chgData name="Jafet Baca" userId="e9aa8a7d9ee7777b" providerId="LiveId" clId="{891FC043-2C73-4761-9DD1-747827663B49}" dt="2025-10-16T14:42:12.039" v="12319" actId="14100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10-16T14:25:09.622" v="11754" actId="20577"/>
          <ac:spMkLst>
            <pc:docMk/>
            <pc:sldMk cId="2000719285" sldId="291"/>
            <ac:spMk id="3" creationId="{396C7398-E4EC-C1F5-2FE8-FF55CA84C4E3}"/>
          </ac:spMkLst>
        </pc:spChg>
        <pc:picChg chg="add mod">
          <ac:chgData name="Jafet Baca" userId="e9aa8a7d9ee7777b" providerId="LiveId" clId="{891FC043-2C73-4761-9DD1-747827663B49}" dt="2025-10-16T14:42:12.039" v="12319" actId="14100"/>
          <ac:picMkLst>
            <pc:docMk/>
            <pc:sldMk cId="2000719285" sldId="291"/>
            <ac:picMk id="4" creationId="{8F425652-B9C1-5BA4-FB87-11F530A786B5}"/>
          </ac:picMkLst>
        </pc:picChg>
        <pc:picChg chg="add del mod">
          <ac:chgData name="Jafet Baca" userId="e9aa8a7d9ee7777b" providerId="LiveId" clId="{891FC043-2C73-4761-9DD1-747827663B49}" dt="2025-10-16T14:23:24.044" v="11657" actId="478"/>
          <ac:picMkLst>
            <pc:docMk/>
            <pc:sldMk cId="2000719285" sldId="291"/>
            <ac:picMk id="5" creationId="{E2D4C02D-1C4D-DA43-0E22-6E88FF20A553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del mod">
        <pc:chgData name="Jafet Baca" userId="e9aa8a7d9ee7777b" providerId="LiveId" clId="{891FC043-2C73-4761-9DD1-747827663B49}" dt="2025-10-02T21:37:18.844" v="9206" actId="47"/>
        <pc:sldMkLst>
          <pc:docMk/>
          <pc:sldMk cId="1632656041" sldId="295"/>
        </pc:sldMkLst>
      </pc:sldChg>
      <pc:sldChg chg="addSp delSp modSp new del mod">
        <pc:chgData name="Jafet Baca" userId="e9aa8a7d9ee7777b" providerId="LiveId" clId="{891FC043-2C73-4761-9DD1-747827663B49}" dt="2025-10-02T21:37:28.460" v="9207" actId="47"/>
        <pc:sldMkLst>
          <pc:docMk/>
          <pc:sldMk cId="973623954" sldId="296"/>
        </pc:sldMkLst>
      </pc:sldChg>
      <pc:sldChg chg="addSp delSp modSp add del mod">
        <pc:chgData name="Jafet Baca" userId="e9aa8a7d9ee7777b" providerId="LiveId" clId="{891FC043-2C73-4761-9DD1-747827663B49}" dt="2025-10-02T21:37:29.253" v="9208" actId="47"/>
        <pc:sldMkLst>
          <pc:docMk/>
          <pc:sldMk cId="3141762190" sldId="297"/>
        </pc:sldMkLst>
      </pc:sldChg>
      <pc:sldChg chg="addSp delSp modSp new mod">
        <pc:chgData name="Jafet Baca" userId="e9aa8a7d9ee7777b" providerId="LiveId" clId="{891FC043-2C73-4761-9DD1-747827663B49}" dt="2025-10-16T14:42:23.112" v="12321" actId="1076"/>
        <pc:sldMkLst>
          <pc:docMk/>
          <pc:sldMk cId="2402855951" sldId="298"/>
        </pc:sldMkLst>
        <pc:spChg chg="mod">
          <ac:chgData name="Jafet Baca" userId="e9aa8a7d9ee7777b" providerId="LiveId" clId="{891FC043-2C73-4761-9DD1-747827663B49}" dt="2025-10-16T14:41:53.237" v="12316" actId="404"/>
          <ac:spMkLst>
            <pc:docMk/>
            <pc:sldMk cId="2402855951" sldId="298"/>
            <ac:spMk id="3" creationId="{E22B49AE-BB10-9C7F-0195-25CAA155A20E}"/>
          </ac:spMkLst>
        </pc:spChg>
        <pc:picChg chg="add mod">
          <ac:chgData name="Jafet Baca" userId="e9aa8a7d9ee7777b" providerId="LiveId" clId="{891FC043-2C73-4761-9DD1-747827663B49}" dt="2025-10-16T14:42:23.112" v="12321" actId="1076"/>
          <ac:picMkLst>
            <pc:docMk/>
            <pc:sldMk cId="2402855951" sldId="298"/>
            <ac:picMk id="4" creationId="{2615997D-8C10-4C7D-D118-10157220768E}"/>
          </ac:picMkLst>
        </pc:picChg>
        <pc:picChg chg="add del mod">
          <ac:chgData name="Jafet Baca" userId="e9aa8a7d9ee7777b" providerId="LiveId" clId="{891FC043-2C73-4761-9DD1-747827663B49}" dt="2025-10-16T14:41:58.871" v="12317" actId="478"/>
          <ac:picMkLst>
            <pc:docMk/>
            <pc:sldMk cId="2402855951" sldId="298"/>
            <ac:picMk id="5" creationId="{E410E784-D37A-B84B-8DAB-C676C8DC5893}"/>
          </ac:picMkLst>
        </pc:picChg>
      </pc:sldChg>
      <pc:sldChg chg="addSp delSp modSp new mod chgLayout">
        <pc:chgData name="Jafet Baca" userId="e9aa8a7d9ee7777b" providerId="LiveId" clId="{891FC043-2C73-4761-9DD1-747827663B49}" dt="2025-10-16T15:13:39.982" v="12953" actId="1076"/>
        <pc:sldMkLst>
          <pc:docMk/>
          <pc:sldMk cId="2891670457" sldId="299"/>
        </pc:sldMkLst>
        <pc:spChg chg="mod ord">
          <ac:chgData name="Jafet Baca" userId="e9aa8a7d9ee7777b" providerId="LiveId" clId="{891FC043-2C73-4761-9DD1-747827663B49}" dt="2025-10-16T14:42:41.920" v="12359" actId="113"/>
          <ac:spMkLst>
            <pc:docMk/>
            <pc:sldMk cId="2891670457" sldId="299"/>
            <ac:spMk id="3" creationId="{940711DB-65D2-144B-D012-1EA1C0E08760}"/>
          </ac:spMkLst>
        </pc:spChg>
        <pc:picChg chg="add mod">
          <ac:chgData name="Jafet Baca" userId="e9aa8a7d9ee7777b" providerId="LiveId" clId="{891FC043-2C73-4761-9DD1-747827663B49}" dt="2025-10-16T15:13:39.982" v="12953" actId="1076"/>
          <ac:picMkLst>
            <pc:docMk/>
            <pc:sldMk cId="2891670457" sldId="299"/>
            <ac:picMk id="4" creationId="{33AC4288-9784-370B-1AF7-56341079D32B}"/>
          </ac:picMkLst>
        </pc:picChg>
        <pc:picChg chg="add del mod">
          <ac:chgData name="Jafet Baca" userId="e9aa8a7d9ee7777b" providerId="LiveId" clId="{891FC043-2C73-4761-9DD1-747827663B49}" dt="2025-10-16T15:13:29.724" v="12932" actId="478"/>
          <ac:picMkLst>
            <pc:docMk/>
            <pc:sldMk cId="2891670457" sldId="299"/>
            <ac:picMk id="6" creationId="{D1D02671-87D5-BB52-E8DA-830A216C9BB0}"/>
          </ac:picMkLst>
        </pc:picChg>
      </pc:sldChg>
      <pc:sldChg chg="addSp delSp modSp new del mod chgLayout">
        <pc:chgData name="Jafet Baca" userId="e9aa8a7d9ee7777b" providerId="LiveId" clId="{891FC043-2C73-4761-9DD1-747827663B49}" dt="2025-10-16T15:13:21.887" v="12928" actId="47"/>
        <pc:sldMkLst>
          <pc:docMk/>
          <pc:sldMk cId="59975748" sldId="300"/>
        </pc:sldMkLst>
      </pc:sldChg>
      <pc:sldChg chg="addSp delSp modSp new mod ord modClrScheme chgLayout">
        <pc:chgData name="Jafet Baca" userId="e9aa8a7d9ee7777b" providerId="LiveId" clId="{891FC043-2C73-4761-9DD1-747827663B49}" dt="2025-10-16T13:50:31.575" v="11305" actId="1076"/>
        <pc:sldMkLst>
          <pc:docMk/>
          <pc:sldMk cId="857497383" sldId="301"/>
        </pc:sldMkLst>
        <pc:spChg chg="mod">
          <ac:chgData name="Jafet Baca" userId="e9aa8a7d9ee7777b" providerId="LiveId" clId="{891FC043-2C73-4761-9DD1-747827663B49}" dt="2025-10-02T21:55:58.894" v="9831" actId="20577"/>
          <ac:spMkLst>
            <pc:docMk/>
            <pc:sldMk cId="857497383" sldId="301"/>
            <ac:spMk id="3" creationId="{03C2045C-D916-0E51-4C93-1BB30DD2C7B2}"/>
          </ac:spMkLst>
        </pc:spChg>
        <pc:graphicFrameChg chg="add mod modGraphic">
          <ac:chgData name="Jafet Baca" userId="e9aa8a7d9ee7777b" providerId="LiveId" clId="{891FC043-2C73-4761-9DD1-747827663B49}" dt="2025-10-16T13:50:31.575" v="11305" actId="1076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del mod">
        <pc:chgData name="Jafet Baca" userId="e9aa8a7d9ee7777b" providerId="LiveId" clId="{891FC043-2C73-4761-9DD1-747827663B49}" dt="2025-10-16T15:13:22.050" v="12929" actId="47"/>
        <pc:sldMkLst>
          <pc:docMk/>
          <pc:sldMk cId="2550378765" sldId="302"/>
        </pc:sldMkLst>
      </pc:sldChg>
      <pc:sldChg chg="addSp delSp modSp new del mod modClrScheme chgLayout">
        <pc:chgData name="Jafet Baca" userId="e9aa8a7d9ee7777b" providerId="LiveId" clId="{891FC043-2C73-4761-9DD1-747827663B49}" dt="2025-10-09T03:02:46.565" v="10825" actId="47"/>
        <pc:sldMkLst>
          <pc:docMk/>
          <pc:sldMk cId="2613198817" sldId="303"/>
        </pc:sldMkLst>
      </pc:sldChg>
      <pc:sldChg chg="addSp delSp modSp new del mod setBg">
        <pc:chgData name="Jafet Baca" userId="e9aa8a7d9ee7777b" providerId="LiveId" clId="{891FC043-2C73-4761-9DD1-747827663B49}" dt="2025-10-09T02:35:49.252" v="10591" actId="47"/>
        <pc:sldMkLst>
          <pc:docMk/>
          <pc:sldMk cId="3975676099" sldId="304"/>
        </pc:sldMkLst>
      </pc:sldChg>
      <pc:sldChg chg="addSp delSp modSp new del mod">
        <pc:chgData name="Jafet Baca" userId="e9aa8a7d9ee7777b" providerId="LiveId" clId="{891FC043-2C73-4761-9DD1-747827663B49}" dt="2025-10-16T15:13:22.254" v="12930" actId="47"/>
        <pc:sldMkLst>
          <pc:docMk/>
          <pc:sldMk cId="4060318515" sldId="304"/>
        </pc:sldMkLst>
      </pc:sldChg>
      <pc:sldChg chg="addSp delSp modSp new del mod modClrScheme chgLayout">
        <pc:chgData name="Jafet Baca" userId="e9aa8a7d9ee7777b" providerId="LiveId" clId="{891FC043-2C73-4761-9DD1-747827663B49}" dt="2025-10-16T15:13:23.071" v="12931" actId="47"/>
        <pc:sldMkLst>
          <pc:docMk/>
          <pc:sldMk cId="1171559715" sldId="305"/>
        </pc:sldMkLst>
      </pc:sldChg>
      <pc:sldChg chg="modSp new del mod">
        <pc:chgData name="Jafet Baca" userId="e9aa8a7d9ee7777b" providerId="LiveId" clId="{891FC043-2C73-4761-9DD1-747827663B49}" dt="2025-10-03T12:42:21.456" v="10171" actId="2696"/>
        <pc:sldMkLst>
          <pc:docMk/>
          <pc:sldMk cId="2839240665" sldId="305"/>
        </pc:sldMkLst>
      </pc:sldChg>
      <pc:sldChg chg="addSp modSp new del mod ord">
        <pc:chgData name="Jafet Baca" userId="e9aa8a7d9ee7777b" providerId="LiveId" clId="{891FC043-2C73-4761-9DD1-747827663B49}" dt="2025-10-09T02:35:44.587" v="10590" actId="47"/>
        <pc:sldMkLst>
          <pc:docMk/>
          <pc:sldMk cId="3014189988" sldId="305"/>
        </pc:sldMkLst>
      </pc:sldChg>
      <pc:sldChg chg="modSp new mod">
        <pc:chgData name="Jafet Baca" userId="e9aa8a7d9ee7777b" providerId="LiveId" clId="{891FC043-2C73-4761-9DD1-747827663B49}" dt="2025-10-16T13:54:40.431" v="11577" actId="20577"/>
        <pc:sldMkLst>
          <pc:docMk/>
          <pc:sldMk cId="591597597" sldId="306"/>
        </pc:sldMkLst>
        <pc:spChg chg="mod">
          <ac:chgData name="Jafet Baca" userId="e9aa8a7d9ee7777b" providerId="LiveId" clId="{891FC043-2C73-4761-9DD1-747827663B49}" dt="2025-10-16T13:54:40.431" v="11577" actId="20577"/>
          <ac:spMkLst>
            <pc:docMk/>
            <pc:sldMk cId="591597597" sldId="306"/>
            <ac:spMk id="2" creationId="{790371BC-5499-E034-7E10-F4C1D54F4DD0}"/>
          </ac:spMkLst>
        </pc:spChg>
        <pc:spChg chg="mod">
          <ac:chgData name="Jafet Baca" userId="e9aa8a7d9ee7777b" providerId="LiveId" clId="{891FC043-2C73-4761-9DD1-747827663B49}" dt="2025-10-16T13:51:49.509" v="11362" actId="20577"/>
          <ac:spMkLst>
            <pc:docMk/>
            <pc:sldMk cId="591597597" sldId="306"/>
            <ac:spMk id="3" creationId="{AB1BABD2-29F0-0AA6-F2B4-3F04C5865D23}"/>
          </ac:spMkLst>
        </pc:spChg>
      </pc:sldChg>
      <pc:sldChg chg="modSp new mod">
        <pc:chgData name="Jafet Baca" userId="e9aa8a7d9ee7777b" providerId="LiveId" clId="{891FC043-2C73-4761-9DD1-747827663B49}" dt="2025-10-16T14:32:38.614" v="12227" actId="20577"/>
        <pc:sldMkLst>
          <pc:docMk/>
          <pc:sldMk cId="2833442937" sldId="307"/>
        </pc:sldMkLst>
        <pc:spChg chg="mod">
          <ac:chgData name="Jafet Baca" userId="e9aa8a7d9ee7777b" providerId="LiveId" clId="{891FC043-2C73-4761-9DD1-747827663B49}" dt="2025-10-16T14:32:38.614" v="12227" actId="20577"/>
          <ac:spMkLst>
            <pc:docMk/>
            <pc:sldMk cId="2833442937" sldId="307"/>
            <ac:spMk id="2" creationId="{EE5018F3-05DB-392C-5B23-9A9FA1452997}"/>
          </ac:spMkLst>
        </pc:spChg>
        <pc:spChg chg="mod">
          <ac:chgData name="Jafet Baca" userId="e9aa8a7d9ee7777b" providerId="LiveId" clId="{891FC043-2C73-4761-9DD1-747827663B49}" dt="2025-10-16T14:25:45.387" v="11786" actId="20577"/>
          <ac:spMkLst>
            <pc:docMk/>
            <pc:sldMk cId="2833442937" sldId="307"/>
            <ac:spMk id="3" creationId="{92EB38D4-46E1-081D-5F2A-D26B3481EFD4}"/>
          </ac:spMkLst>
        </pc:spChg>
      </pc:sldChg>
      <pc:sldChg chg="addSp modSp new mod">
        <pc:chgData name="Jafet Baca" userId="e9aa8a7d9ee7777b" providerId="LiveId" clId="{891FC043-2C73-4761-9DD1-747827663B49}" dt="2025-10-16T14:41:17.794" v="12273" actId="22"/>
        <pc:sldMkLst>
          <pc:docMk/>
          <pc:sldMk cId="3299970674" sldId="308"/>
        </pc:sldMkLst>
        <pc:spChg chg="mod">
          <ac:chgData name="Jafet Baca" userId="e9aa8a7d9ee7777b" providerId="LiveId" clId="{891FC043-2C73-4761-9DD1-747827663B49}" dt="2025-10-16T14:41:16.580" v="12272" actId="5793"/>
          <ac:spMkLst>
            <pc:docMk/>
            <pc:sldMk cId="3299970674" sldId="308"/>
            <ac:spMk id="2" creationId="{E0B85C52-9BEE-5FEB-FE2C-2C736445EF8D}"/>
          </ac:spMkLst>
        </pc:spChg>
        <pc:spChg chg="mod">
          <ac:chgData name="Jafet Baca" userId="e9aa8a7d9ee7777b" providerId="LiveId" clId="{891FC043-2C73-4761-9DD1-747827663B49}" dt="2025-10-16T14:39:48.430" v="12271" actId="404"/>
          <ac:spMkLst>
            <pc:docMk/>
            <pc:sldMk cId="3299970674" sldId="308"/>
            <ac:spMk id="3" creationId="{E6EAFD99-E7B6-5ACF-4D66-19A3762CBB90}"/>
          </ac:spMkLst>
        </pc:spChg>
        <pc:picChg chg="add">
          <ac:chgData name="Jafet Baca" userId="e9aa8a7d9ee7777b" providerId="LiveId" clId="{891FC043-2C73-4761-9DD1-747827663B49}" dt="2025-10-16T14:41:17.794" v="12273" actId="22"/>
          <ac:picMkLst>
            <pc:docMk/>
            <pc:sldMk cId="3299970674" sldId="308"/>
            <ac:picMk id="5" creationId="{CA995508-62DB-32C6-5B07-2C315EE79E91}"/>
          </ac:picMkLst>
        </pc:picChg>
      </pc:sldChg>
      <pc:sldChg chg="new del">
        <pc:chgData name="Jafet Baca" userId="e9aa8a7d9ee7777b" providerId="LiveId" clId="{891FC043-2C73-4761-9DD1-747827663B49}" dt="2025-10-16T14:41:28.867" v="12275" actId="47"/>
        <pc:sldMkLst>
          <pc:docMk/>
          <pc:sldMk cId="2120974480" sldId="309"/>
        </pc:sldMkLst>
      </pc:sldChg>
      <pc:sldChg chg="modSp new mod">
        <pc:chgData name="Jafet Baca" userId="e9aa8a7d9ee7777b" providerId="LiveId" clId="{891FC043-2C73-4761-9DD1-747827663B49}" dt="2025-10-16T14:48:16.593" v="12642" actId="20577"/>
        <pc:sldMkLst>
          <pc:docMk/>
          <pc:sldMk cId="3055192579" sldId="309"/>
        </pc:sldMkLst>
        <pc:spChg chg="mod">
          <ac:chgData name="Jafet Baca" userId="e9aa8a7d9ee7777b" providerId="LiveId" clId="{891FC043-2C73-4761-9DD1-747827663B49}" dt="2025-10-16T14:48:16.593" v="12642" actId="20577"/>
          <ac:spMkLst>
            <pc:docMk/>
            <pc:sldMk cId="3055192579" sldId="309"/>
            <ac:spMk id="2" creationId="{CB8AE6B0-FBFA-286F-1B5F-F1263D901F35}"/>
          </ac:spMkLst>
        </pc:spChg>
        <pc:spChg chg="mod">
          <ac:chgData name="Jafet Baca" userId="e9aa8a7d9ee7777b" providerId="LiveId" clId="{891FC043-2C73-4761-9DD1-747827663B49}" dt="2025-10-16T14:42:53.306" v="12385" actId="20577"/>
          <ac:spMkLst>
            <pc:docMk/>
            <pc:sldMk cId="3055192579" sldId="309"/>
            <ac:spMk id="3" creationId="{ADA55B46-3E45-49B2-6259-D77F7BF25CBA}"/>
          </ac:spMkLst>
        </pc:spChg>
      </pc:sldChg>
      <pc:sldChg chg="addSp delSp modSp new mod">
        <pc:chgData name="Jafet Baca" userId="e9aa8a7d9ee7777b" providerId="LiveId" clId="{891FC043-2C73-4761-9DD1-747827663B49}" dt="2025-10-16T15:13:16.695" v="12927" actId="1076"/>
        <pc:sldMkLst>
          <pc:docMk/>
          <pc:sldMk cId="3741848264" sldId="310"/>
        </pc:sldMkLst>
        <pc:spChg chg="mod">
          <ac:chgData name="Jafet Baca" userId="e9aa8a7d9ee7777b" providerId="LiveId" clId="{891FC043-2C73-4761-9DD1-747827663B49}" dt="2025-10-16T14:52:32.876" v="12911" actId="403"/>
          <ac:spMkLst>
            <pc:docMk/>
            <pc:sldMk cId="3741848264" sldId="310"/>
            <ac:spMk id="2" creationId="{63647EF9-7201-D605-DB42-919F6B91BFE9}"/>
          </ac:spMkLst>
        </pc:spChg>
        <pc:spChg chg="mod">
          <ac:chgData name="Jafet Baca" userId="e9aa8a7d9ee7777b" providerId="LiveId" clId="{891FC043-2C73-4761-9DD1-747827663B49}" dt="2025-10-16T14:49:01.493" v="12676" actId="20577"/>
          <ac:spMkLst>
            <pc:docMk/>
            <pc:sldMk cId="3741848264" sldId="310"/>
            <ac:spMk id="3" creationId="{B2CC7388-70D9-2EF2-8C0B-BD43A253C500}"/>
          </ac:spMkLst>
        </pc:spChg>
        <pc:picChg chg="add del mod modCrop">
          <ac:chgData name="Jafet Baca" userId="e9aa8a7d9ee7777b" providerId="LiveId" clId="{891FC043-2C73-4761-9DD1-747827663B49}" dt="2025-10-16T15:13:05.444" v="12922" actId="478"/>
          <ac:picMkLst>
            <pc:docMk/>
            <pc:sldMk cId="3741848264" sldId="310"/>
            <ac:picMk id="5" creationId="{C08F97A2-EE42-B175-C7E7-185082B8821F}"/>
          </ac:picMkLst>
        </pc:picChg>
        <pc:picChg chg="add mod">
          <ac:chgData name="Jafet Baca" userId="e9aa8a7d9ee7777b" providerId="LiveId" clId="{891FC043-2C73-4761-9DD1-747827663B49}" dt="2025-10-16T15:13:16.695" v="12927" actId="1076"/>
          <ac:picMkLst>
            <pc:docMk/>
            <pc:sldMk cId="3741848264" sldId="310"/>
            <ac:picMk id="7" creationId="{7F6D9EB6-1FDC-C6E9-C045-E805B99D9799}"/>
          </ac:picMkLst>
        </pc:picChg>
      </pc:sldChg>
      <pc:sldChg chg="addSp delSp modSp new mod">
        <pc:chgData name="Jafet Baca" userId="e9aa8a7d9ee7777b" providerId="LiveId" clId="{891FC043-2C73-4761-9DD1-747827663B49}" dt="2025-10-16T15:38:53.545" v="13338" actId="20577"/>
        <pc:sldMkLst>
          <pc:docMk/>
          <pc:sldMk cId="908031157" sldId="311"/>
        </pc:sldMkLst>
        <pc:spChg chg="del">
          <ac:chgData name="Jafet Baca" userId="e9aa8a7d9ee7777b" providerId="LiveId" clId="{891FC043-2C73-4761-9DD1-747827663B49}" dt="2025-10-16T15:28:07.590" v="13289" actId="478"/>
          <ac:spMkLst>
            <pc:docMk/>
            <pc:sldMk cId="908031157" sldId="311"/>
            <ac:spMk id="2" creationId="{67E970EF-DA8E-FCED-91F8-2A30A9C5C70B}"/>
          </ac:spMkLst>
        </pc:spChg>
        <pc:spChg chg="mod">
          <ac:chgData name="Jafet Baca" userId="e9aa8a7d9ee7777b" providerId="LiveId" clId="{891FC043-2C73-4761-9DD1-747827663B49}" dt="2025-10-16T15:38:53.545" v="13338" actId="20577"/>
          <ac:spMkLst>
            <pc:docMk/>
            <pc:sldMk cId="908031157" sldId="311"/>
            <ac:spMk id="3" creationId="{82A75F4B-BD62-E97E-E760-784A9E223ACA}"/>
          </ac:spMkLst>
        </pc:spChg>
        <pc:picChg chg="add del mod modCrop">
          <ac:chgData name="Jafet Baca" userId="e9aa8a7d9ee7777b" providerId="LiveId" clId="{891FC043-2C73-4761-9DD1-747827663B49}" dt="2025-10-16T15:28:29.722" v="13310" actId="478"/>
          <ac:picMkLst>
            <pc:docMk/>
            <pc:sldMk cId="908031157" sldId="311"/>
            <ac:picMk id="5" creationId="{19399239-DF26-DF24-7B9C-7637610C51E8}"/>
          </ac:picMkLst>
        </pc:picChg>
        <pc:picChg chg="add mod modCrop">
          <ac:chgData name="Jafet Baca" userId="e9aa8a7d9ee7777b" providerId="LiveId" clId="{891FC043-2C73-4761-9DD1-747827663B49}" dt="2025-10-16T15:38:47.986" v="13315" actId="1076"/>
          <ac:picMkLst>
            <pc:docMk/>
            <pc:sldMk cId="908031157" sldId="311"/>
            <ac:picMk id="7" creationId="{008FEF21-DE73-652B-A71D-DA0D83BAE6CF}"/>
          </ac:picMkLst>
        </pc:picChg>
      </pc:sldChg>
      <pc:sldChg chg="addSp delSp modSp new mod">
        <pc:chgData name="Jafet Baca" userId="e9aa8a7d9ee7777b" providerId="LiveId" clId="{891FC043-2C73-4761-9DD1-747827663B49}" dt="2025-10-16T15:40:50.665" v="13373" actId="1076"/>
        <pc:sldMkLst>
          <pc:docMk/>
          <pc:sldMk cId="2893187393" sldId="312"/>
        </pc:sldMkLst>
        <pc:spChg chg="del">
          <ac:chgData name="Jafet Baca" userId="e9aa8a7d9ee7777b" providerId="LiveId" clId="{891FC043-2C73-4761-9DD1-747827663B49}" dt="2025-10-16T15:40:37.025" v="13370" actId="478"/>
          <ac:spMkLst>
            <pc:docMk/>
            <pc:sldMk cId="2893187393" sldId="312"/>
            <ac:spMk id="2" creationId="{9726E64A-1D51-BBDC-A4FE-E3F994CD4179}"/>
          </ac:spMkLst>
        </pc:spChg>
        <pc:spChg chg="mod">
          <ac:chgData name="Jafet Baca" userId="e9aa8a7d9ee7777b" providerId="LiveId" clId="{891FC043-2C73-4761-9DD1-747827663B49}" dt="2025-10-16T15:39:14.990" v="13369" actId="20577"/>
          <ac:spMkLst>
            <pc:docMk/>
            <pc:sldMk cId="2893187393" sldId="312"/>
            <ac:spMk id="3" creationId="{918D6F5A-ACE8-94D9-DF3B-F7E7629E0886}"/>
          </ac:spMkLst>
        </pc:spChg>
        <pc:picChg chg="add mod">
          <ac:chgData name="Jafet Baca" userId="e9aa8a7d9ee7777b" providerId="LiveId" clId="{891FC043-2C73-4761-9DD1-747827663B49}" dt="2025-10-16T15:40:50.665" v="13373" actId="1076"/>
          <ac:picMkLst>
            <pc:docMk/>
            <pc:sldMk cId="2893187393" sldId="312"/>
            <ac:picMk id="5" creationId="{A3C0B684-E54F-655E-1C01-64CCBC223E1E}"/>
          </ac:picMkLst>
        </pc:picChg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8, </a:t>
            </a:r>
            <a:r>
              <a:rPr lang="en-US"/>
              <a:t>More on probability </a:t>
            </a:r>
            <a:r>
              <a:rPr lang="en-US" dirty="0"/>
              <a:t>distributions– 10/17/2025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70176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66024" y="1463220"/>
          <a:ext cx="3624593" cy="22170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lt1"/>
                          </a:solidFill>
                          <a:sym typeface="Roboto"/>
                        </a:rPr>
                        <a:t>Uniform distribution</a:t>
                      </a:r>
                      <a:endParaRPr lang="en-US" sz="1800" b="1" i="0" u="none" strike="noStrike" cap="none" dirty="0">
                        <a:solidFill>
                          <a:schemeClr val="lt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Normal distribution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Binomial distribution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392530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F7266-0899-7DDE-F88A-1326E77C5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8" y="1981117"/>
            <a:ext cx="816406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90371BC-5499-E034-7E10-F4C1D54F4DD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We’ll examine the </a:t>
                </a:r>
                <a:r>
                  <a:rPr lang="en-US" b="1" dirty="0">
                    <a:solidFill>
                      <a:schemeClr val="accent6"/>
                    </a:solidFill>
                  </a:rPr>
                  <a:t>continuous</a:t>
                </a:r>
                <a:r>
                  <a:rPr lang="en-US" dirty="0"/>
                  <a:t> uniform distribution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distribution assigns equal probability density to every point in the interval.</a:t>
                </a:r>
              </a:p>
              <a:p>
                <a:r>
                  <a:rPr lang="en-US" dirty="0"/>
                  <a:t>Its </a:t>
                </a:r>
                <a:r>
                  <a:rPr lang="en-US" b="1" dirty="0">
                    <a:solidFill>
                      <a:schemeClr val="accent6"/>
                    </a:solidFill>
                  </a:rPr>
                  <a:t>probability density function </a:t>
                </a:r>
                <a:r>
                  <a:rPr lang="en-US" dirty="0"/>
                  <a:t>(PDF)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otherwise.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90371BC-5499-E034-7E10-F4C1D54F4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1BABD2-29F0-0AA6-F2B4-3F04C586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uniform distribution</a:t>
            </a:r>
          </a:p>
        </p:txBody>
      </p:sp>
    </p:spTree>
    <p:extLst>
      <p:ext uri="{BB962C8B-B14F-4D97-AF65-F5344CB8AC3E}">
        <p14:creationId xmlns:p14="http://schemas.microsoft.com/office/powerpoint/2010/main" val="59159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D6F5A-ACE8-94D9-DF3B-F7E7629E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uniform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0B684-E54F-655E-1C01-64CCBC223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53271"/>
            <a:ext cx="6400800" cy="294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87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Generating random draws from a uniform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4757E-C73B-C611-9ABA-A31E6E04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0" y="1628141"/>
            <a:ext cx="8192643" cy="1790950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3705B35-6BFE-B2B4-F73A-9D04E675C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3629151"/>
            <a:ext cx="8222100" cy="1000123"/>
          </a:xfrm>
        </p:spPr>
        <p:txBody>
          <a:bodyPr/>
          <a:lstStyle/>
          <a:p>
            <a:r>
              <a:rPr lang="en-US" b="1" dirty="0"/>
              <a:t>loc</a:t>
            </a:r>
            <a:r>
              <a:rPr lang="en-US" dirty="0"/>
              <a:t>: lower bound of the distribution </a:t>
            </a:r>
          </a:p>
          <a:p>
            <a:r>
              <a:rPr lang="en-US" b="1" dirty="0"/>
              <a:t>scale</a:t>
            </a:r>
            <a:r>
              <a:rPr lang="en-US" dirty="0"/>
              <a:t>: width of the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and density of uniform draws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25652-B9C1-5BA4-FB87-11F530A78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254" y="1560385"/>
            <a:ext cx="3931920" cy="307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E5018F3-05DB-392C-5B23-9A9FA14529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follows a normal distribution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if its PDF is given by: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: mean,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 variance</a:t>
                </a:r>
              </a:p>
              <a:p>
                <a:r>
                  <a:rPr lang="en-US" dirty="0"/>
                  <a:t>The normal distribution is continuous, symmetric, and bell-shaped.</a:t>
                </a:r>
              </a:p>
              <a:p>
                <a:pPr lvl="1"/>
                <a:r>
                  <a:rPr lang="en-US" dirty="0"/>
                  <a:t>Also, centered at the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with spread determined by the standard deviation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Examples: Height, shoe size, ACT scores typically follow a normal distribution.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E5018F3-05DB-392C-5B23-9A9FA1452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2EB38D4-46E1-081D-5F2A-D26B3481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3344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A75F4B-BD62-E97E-E760-784A9E22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EF21-DE73-652B-A71D-DA0D83BA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0"/>
          <a:stretch>
            <a:fillRect/>
          </a:stretch>
        </p:blipFill>
        <p:spPr>
          <a:xfrm>
            <a:off x="1439841" y="1595914"/>
            <a:ext cx="6286218" cy="326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3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EAFD99-E7B6-5ACF-4D66-19A3762C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Drawing numbers from a normal distribution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4414246-F878-C2EA-35BB-087DACBBD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3629151"/>
            <a:ext cx="8222100" cy="1000123"/>
          </a:xfrm>
        </p:spPr>
        <p:txBody>
          <a:bodyPr/>
          <a:lstStyle/>
          <a:p>
            <a:r>
              <a:rPr lang="en-US" b="1" dirty="0"/>
              <a:t>loc</a:t>
            </a:r>
            <a:r>
              <a:rPr lang="en-US" dirty="0"/>
              <a:t>: mean the distribution </a:t>
            </a:r>
          </a:p>
          <a:p>
            <a:r>
              <a:rPr lang="en-US" b="1" dirty="0"/>
              <a:t>scale</a:t>
            </a:r>
            <a:r>
              <a:rPr lang="en-US" dirty="0"/>
              <a:t>: standard deviation of the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1100B-7E88-4977-511E-E777C0E2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8" y="1742959"/>
            <a:ext cx="816406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7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2B49AE-BB10-9C7F-0195-25CAA155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Histogram and density of normally distributed draws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5997D-8C10-4C7D-D118-101572207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60385"/>
            <a:ext cx="3931920" cy="307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5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B8AE6B0-FBFA-286F-1B5F-F1263D901F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27196" y="1400021"/>
                <a:ext cx="8222100" cy="3013862"/>
              </a:xfrm>
            </p:spPr>
            <p:txBody>
              <a:bodyPr/>
              <a:lstStyle/>
              <a:p>
                <a:r>
                  <a:rPr lang="en-US" dirty="0"/>
                  <a:t>Gives the probability of observing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independent trials, each with probability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of success.</a:t>
                </a:r>
              </a:p>
              <a:p>
                <a:pPr lvl="1"/>
                <a:r>
                  <a:rPr lang="en-US" dirty="0"/>
                  <a:t>Example: If we toss a fair dice 5 times, the probability of getting 3 exactly 2 times is given by a binomial distribution.</a:t>
                </a:r>
              </a:p>
              <a:p>
                <a:r>
                  <a:rPr lang="en-US" dirty="0"/>
                  <a:t>It’s a </a:t>
                </a:r>
                <a:r>
                  <a:rPr lang="en-US" b="1" dirty="0">
                    <a:solidFill>
                      <a:schemeClr val="accent6"/>
                    </a:solidFill>
                  </a:rPr>
                  <a:t>discrete</a:t>
                </a:r>
                <a:r>
                  <a:rPr lang="en-US" dirty="0"/>
                  <a:t> distribution.</a:t>
                </a:r>
              </a:p>
              <a:p>
                <a:r>
                  <a:rPr lang="en-US" dirty="0"/>
                  <a:t>Has </a:t>
                </a:r>
                <a:r>
                  <a:rPr lang="en-US" b="1" dirty="0">
                    <a:solidFill>
                      <a:schemeClr val="accent6"/>
                    </a:solidFill>
                  </a:rPr>
                  <a:t>probability mass function</a:t>
                </a:r>
                <a:r>
                  <a:rPr lang="en-US" dirty="0"/>
                  <a:t> (PMF):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=0,1,2,…,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Assumptions: (</a:t>
                </a:r>
                <a:r>
                  <a:rPr lang="en-US" dirty="0" err="1"/>
                  <a:t>i</a:t>
                </a:r>
                <a:r>
                  <a:rPr lang="en-US" dirty="0"/>
                  <a:t>) A fixed number of independent trials,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(ii) constant probability of success,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across trials.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B8AE6B0-FBFA-286F-1B5F-F1263D901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7196" y="1400021"/>
                <a:ext cx="8222100" cy="3013862"/>
              </a:xfrm>
              <a:blipFill>
                <a:blip r:embed="rId2"/>
                <a:stretch>
                  <a:fillRect b="-17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DA55B46-3E45-49B2-6259-D77F7BF2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binomial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5519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3647EF9-7201-D605-DB42-919F6B91BF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/>
              <a:lstStyle/>
              <a:p>
                <a:r>
                  <a:rPr lang="en-US" sz="2000" dirty="0"/>
                  <a:t>Key property:</a:t>
                </a:r>
              </a:p>
              <a:p>
                <a:pPr lvl="1"/>
                <a:r>
                  <a:rPr lang="en-US" sz="1600" dirty="0"/>
                  <a:t>When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sz="1600" dirty="0"/>
                  <a:t>, the binomial distribution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can be approximated by a normal distribution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and vice versa.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3647EF9-7201-D605-DB42-919F6B91B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2CC7388-70D9-2EF2-8C0B-BD43A253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binomial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D9EB6-1FDC-C6E9-C045-E805B99D9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585" y="2892591"/>
            <a:ext cx="7224161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48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0711DB-65D2-144B-D012-1EA1C0E0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binomial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C4288-9784-370B-1AF7-56341079D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33" y="1482107"/>
            <a:ext cx="3888534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70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obtained random draws using the uniform, normal, and binominal distributions.</a:t>
            </a:r>
          </a:p>
          <a:p>
            <a:r>
              <a:rPr lang="en-US" dirty="0"/>
              <a:t>We created histograms and density approximations.</a:t>
            </a:r>
          </a:p>
          <a:p>
            <a:r>
              <a:rPr lang="en-US" dirty="0"/>
              <a:t>We approximated the normal distribution using the binomial distribution.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5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October 19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6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October 26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424</Words>
  <Application>Microsoft Office PowerPoint</Application>
  <PresentationFormat>On-screen Show (16:9)</PresentationFormat>
  <Paragraphs>53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Roboto</vt:lpstr>
      <vt:lpstr>Arial</vt:lpstr>
      <vt:lpstr>Cambria Math</vt:lpstr>
      <vt:lpstr>Material</vt:lpstr>
      <vt:lpstr>DATA SCIENCE FOR ECONOMISTS</vt:lpstr>
      <vt:lpstr>Outline</vt:lpstr>
      <vt:lpstr>Importing required libraries</vt:lpstr>
      <vt:lpstr>The uniform distribution</vt:lpstr>
      <vt:lpstr>The uniform distribution</vt:lpstr>
      <vt:lpstr>Generating random draws from a uniform distribution</vt:lpstr>
      <vt:lpstr>Histogram and density of uniform draws</vt:lpstr>
      <vt:lpstr>The normal distribution</vt:lpstr>
      <vt:lpstr>The normal distribution</vt:lpstr>
      <vt:lpstr>Drawing numbers from a normal distribution</vt:lpstr>
      <vt:lpstr>Histogram and density of normally distributed draws</vt:lpstr>
      <vt:lpstr>The binomial distribution</vt:lpstr>
      <vt:lpstr>The binomial distribution</vt:lpstr>
      <vt:lpstr>The binomial distribution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7</cp:revision>
  <dcterms:modified xsi:type="dcterms:W3CDTF">2025-10-17T13:34:29Z</dcterms:modified>
</cp:coreProperties>
</file>