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handoutMasterIdLst>
    <p:handoutMasterId r:id="rId17"/>
  </p:handoutMasterIdLst>
  <p:sldIdLst>
    <p:sldId id="256" r:id="rId2"/>
    <p:sldId id="301" r:id="rId3"/>
    <p:sldId id="267" r:id="rId4"/>
    <p:sldId id="290" r:id="rId5"/>
    <p:sldId id="269" r:id="rId6"/>
    <p:sldId id="291" r:id="rId7"/>
    <p:sldId id="298" r:id="rId8"/>
    <p:sldId id="299" r:id="rId9"/>
    <p:sldId id="300" r:id="rId10"/>
    <p:sldId id="302" r:id="rId11"/>
    <p:sldId id="304" r:id="rId12"/>
    <p:sldId id="305" r:id="rId13"/>
    <p:sldId id="288" r:id="rId14"/>
    <p:sldId id="272" r:id="rId1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E203EC-B503-42E3-9303-99CDF0A4EDD7}" v="3" dt="2025-10-10T13:08:02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0" y="2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et Baca" userId="e9aa8a7d9ee7777b" providerId="LiveId" clId="{311F5A97-4221-4547-8FCC-FE69D99686D5}"/>
    <pc:docChg chg="undo custSel addSld delSld modSld sldOrd modMainMaster">
      <pc:chgData name="Jafet Baca" userId="e9aa8a7d9ee7777b" providerId="LiveId" clId="{311F5A97-4221-4547-8FCC-FE69D99686D5}" dt="2025-08-28T02:28:18.137" v="2108" actId="478"/>
      <pc:docMkLst>
        <pc:docMk/>
      </pc:docMkLst>
      <pc:sldChg chg="modSp mod">
        <pc:chgData name="Jafet Baca" userId="e9aa8a7d9ee7777b" providerId="LiveId" clId="{311F5A97-4221-4547-8FCC-FE69D99686D5}" dt="2025-08-27T13:40:58.369" v="1236" actId="20577"/>
        <pc:sldMkLst>
          <pc:docMk/>
          <pc:sldMk cId="0" sldId="256"/>
        </pc:sldMkLst>
      </pc:sldChg>
      <pc:sldChg chg="del">
        <pc:chgData name="Jafet Baca" userId="e9aa8a7d9ee7777b" providerId="LiveId" clId="{311F5A97-4221-4547-8FCC-FE69D99686D5}" dt="2025-08-27T13:34:20.459" v="1007" actId="47"/>
        <pc:sldMkLst>
          <pc:docMk/>
          <pc:sldMk cId="0" sldId="257"/>
        </pc:sldMkLst>
      </pc:sldChg>
      <pc:sldChg chg="addSp delSp modSp mod chgLayout">
        <pc:chgData name="Jafet Baca" userId="e9aa8a7d9ee7777b" providerId="LiveId" clId="{311F5A97-4221-4547-8FCC-FE69D99686D5}" dt="2025-08-28T01:54:06.188" v="1501" actId="20577"/>
        <pc:sldMkLst>
          <pc:docMk/>
          <pc:sldMk cId="0" sldId="258"/>
        </pc:sldMkLst>
      </pc:sldChg>
      <pc:sldChg chg="del">
        <pc:chgData name="Jafet Baca" userId="e9aa8a7d9ee7777b" providerId="LiveId" clId="{311F5A97-4221-4547-8FCC-FE69D99686D5}" dt="2025-08-27T12:51:55.596" v="17" actId="2696"/>
        <pc:sldMkLst>
          <pc:docMk/>
          <pc:sldMk cId="0" sldId="259"/>
        </pc:sldMkLst>
      </pc:sldChg>
      <pc:sldChg chg="del">
        <pc:chgData name="Jafet Baca" userId="e9aa8a7d9ee7777b" providerId="LiveId" clId="{311F5A97-4221-4547-8FCC-FE69D99686D5}" dt="2025-08-27T12:51:59.949" v="18" actId="2696"/>
        <pc:sldMkLst>
          <pc:docMk/>
          <pc:sldMk cId="0" sldId="260"/>
        </pc:sldMkLst>
      </pc:sldChg>
      <pc:sldChg chg="addSp delSp modSp mod chgLayout">
        <pc:chgData name="Jafet Baca" userId="e9aa8a7d9ee7777b" providerId="LiveId" clId="{311F5A97-4221-4547-8FCC-FE69D99686D5}" dt="2025-08-28T01:49:37.503" v="1416" actId="6264"/>
        <pc:sldMkLst>
          <pc:docMk/>
          <pc:sldMk cId="0" sldId="261"/>
        </pc:sldMkLst>
      </pc:sldChg>
      <pc:sldChg chg="del">
        <pc:chgData name="Jafet Baca" userId="e9aa8a7d9ee7777b" providerId="LiveId" clId="{311F5A97-4221-4547-8FCC-FE69D99686D5}" dt="2025-08-27T13:28:14.925" v="971" actId="47"/>
        <pc:sldMkLst>
          <pc:docMk/>
          <pc:sldMk cId="0" sldId="262"/>
        </pc:sldMkLst>
      </pc:sldChg>
      <pc:sldChg chg="add del">
        <pc:chgData name="Jafet Baca" userId="e9aa8a7d9ee7777b" providerId="LiveId" clId="{311F5A97-4221-4547-8FCC-FE69D99686D5}" dt="2025-08-27T13:28:35.372" v="974" actId="47"/>
        <pc:sldMkLst>
          <pc:docMk/>
          <pc:sldMk cId="0" sldId="263"/>
        </pc:sldMkLst>
      </pc:sldChg>
      <pc:sldChg chg="modSp mod">
        <pc:chgData name="Jafet Baca" userId="e9aa8a7d9ee7777b" providerId="LiveId" clId="{311F5A97-4221-4547-8FCC-FE69D99686D5}" dt="2025-08-27T13:28:46.691" v="1002" actId="20577"/>
        <pc:sldMkLst>
          <pc:docMk/>
          <pc:sldMk cId="0" sldId="264"/>
        </pc:sldMkLst>
      </pc:sldChg>
      <pc:sldChg chg="del">
        <pc:chgData name="Jafet Baca" userId="e9aa8a7d9ee7777b" providerId="LiveId" clId="{311F5A97-4221-4547-8FCC-FE69D99686D5}" dt="2025-08-27T13:28:50.992" v="1003" actId="47"/>
        <pc:sldMkLst>
          <pc:docMk/>
          <pc:sldMk cId="0" sldId="265"/>
        </pc:sldMkLst>
      </pc:sldChg>
      <pc:sldChg chg="addSp delSp modSp mod chgLayout">
        <pc:chgData name="Jafet Baca" userId="e9aa8a7d9ee7777b" providerId="LiveId" clId="{311F5A97-4221-4547-8FCC-FE69D99686D5}" dt="2025-08-28T01:52:29.906" v="1419" actId="700"/>
        <pc:sldMkLst>
          <pc:docMk/>
          <pc:sldMk cId="2448736150" sldId="266"/>
        </pc:sldMkLst>
      </pc:sldChg>
      <pc:sldChg chg="addSp delSp modSp add mod chgLayout">
        <pc:chgData name="Jafet Baca" userId="e9aa8a7d9ee7777b" providerId="LiveId" clId="{311F5A97-4221-4547-8FCC-FE69D99686D5}" dt="2025-08-28T02:20:39.519" v="1854" actId="20577"/>
        <pc:sldMkLst>
          <pc:docMk/>
          <pc:sldMk cId="146951357" sldId="267"/>
        </pc:sldMkLst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3637055690" sldId="268"/>
        </pc:sldMkLst>
      </pc:sldChg>
      <pc:sldChg chg="addSp delSp modSp new mod chgLayout">
        <pc:chgData name="Jafet Baca" userId="e9aa8a7d9ee7777b" providerId="LiveId" clId="{311F5A97-4221-4547-8FCC-FE69D99686D5}" dt="2025-08-28T01:52:29.906" v="1419" actId="700"/>
        <pc:sldMkLst>
          <pc:docMk/>
          <pc:sldMk cId="1016271269" sldId="269"/>
        </pc:sldMkLst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2205698864" sldId="270"/>
        </pc:sldMkLst>
      </pc:sldChg>
      <pc:sldChg chg="addSp delSp modSp add mod ord chgLayout">
        <pc:chgData name="Jafet Baca" userId="e9aa8a7d9ee7777b" providerId="LiveId" clId="{311F5A97-4221-4547-8FCC-FE69D99686D5}" dt="2025-08-28T02:13:51.979" v="1774" actId="20577"/>
        <pc:sldMkLst>
          <pc:docMk/>
          <pc:sldMk cId="3153270963" sldId="271"/>
        </pc:sldMkLst>
      </pc:sldChg>
      <pc:sldChg chg="addSp delSp modSp new mod chgLayout">
        <pc:chgData name="Jafet Baca" userId="e9aa8a7d9ee7777b" providerId="LiveId" clId="{311F5A97-4221-4547-8FCC-FE69D99686D5}" dt="2025-08-28T02:28:18.137" v="2108" actId="478"/>
        <pc:sldMkLst>
          <pc:docMk/>
          <pc:sldMk cId="3202981089" sldId="272"/>
        </pc:sldMkLst>
      </pc:sldChg>
      <pc:sldChg chg="modSp add del mod modTransition modClrScheme chgLayout">
        <pc:chgData name="Jafet Baca" userId="e9aa8a7d9ee7777b" providerId="LiveId" clId="{311F5A97-4221-4547-8FCC-FE69D99686D5}" dt="2025-08-27T13:36:44.646" v="1010" actId="48537"/>
        <pc:sldMkLst>
          <pc:docMk/>
          <pc:sldMk cId="1614480568" sldId="273"/>
        </pc:sldMkLst>
      </pc:sldChg>
      <pc:sldChg chg="addSp delSp modSp add mod chgLayout">
        <pc:chgData name="Jafet Baca" userId="e9aa8a7d9ee7777b" providerId="LiveId" clId="{311F5A97-4221-4547-8FCC-FE69D99686D5}" dt="2025-08-28T02:28:03.194" v="2107" actId="20577"/>
        <pc:sldMkLst>
          <pc:docMk/>
          <pc:sldMk cId="1722430344" sldId="273"/>
        </pc:sldMkLst>
      </pc:sldChg>
      <pc:sldMasterChg chg="addSldLayout delSldLayout modSldLayout">
        <pc:chgData name="Jafet Baca" userId="e9aa8a7d9ee7777b" providerId="LiveId" clId="{311F5A97-4221-4547-8FCC-FE69D99686D5}" dt="2025-08-28T01:55:31.592" v="1508" actId="14100"/>
        <pc:sldMasterMkLst>
          <pc:docMk/>
          <pc:sldMasterMk cId="0" sldId="2147483659"/>
        </pc:sldMasterMkLst>
        <pc:sldLayoutChg chg="del">
          <pc:chgData name="Jafet Baca" userId="e9aa8a7d9ee7777b" providerId="LiveId" clId="{311F5A97-4221-4547-8FCC-FE69D99686D5}" dt="2025-08-27T13:34:20.459" v="1007" actId="47"/>
          <pc:sldLayoutMkLst>
            <pc:docMk/>
            <pc:sldMasterMk cId="0" sldId="2147483659"/>
            <pc:sldLayoutMk cId="0" sldId="2147483649"/>
          </pc:sldLayoutMkLst>
        </pc:sldLayoutChg>
        <pc:sldLayoutChg chg="addSp delSp modSp mod">
          <pc:chgData name="Jafet Baca" userId="e9aa8a7d9ee7777b" providerId="LiveId" clId="{311F5A97-4221-4547-8FCC-FE69D99686D5}" dt="2025-08-28T01:53:40.895" v="1497" actId="14100"/>
          <pc:sldLayoutMkLst>
            <pc:docMk/>
            <pc:sldMasterMk cId="0" sldId="2147483659"/>
            <pc:sldLayoutMk cId="0" sldId="2147483650"/>
          </pc:sldLayoutMkLst>
        </pc:sldLayoutChg>
        <pc:sldLayoutChg chg="del">
          <pc:chgData name="Jafet Baca" userId="e9aa8a7d9ee7777b" providerId="LiveId" clId="{311F5A97-4221-4547-8FCC-FE69D99686D5}" dt="2025-08-27T12:51:55.596" v="17" actId="2696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Jafet Baca" userId="e9aa8a7d9ee7777b" providerId="LiveId" clId="{311F5A97-4221-4547-8FCC-FE69D99686D5}" dt="2025-08-27T13:28:50.992" v="1003" actId="47"/>
          <pc:sldLayoutMkLst>
            <pc:docMk/>
            <pc:sldMasterMk cId="0" sldId="2147483659"/>
            <pc:sldLayoutMk cId="0" sldId="2147483653"/>
          </pc:sldLayoutMkLst>
        </pc:sldLayoutChg>
        <pc:sldLayoutChg chg="modSp mod">
          <pc:chgData name="Jafet Baca" userId="e9aa8a7d9ee7777b" providerId="LiveId" clId="{311F5A97-4221-4547-8FCC-FE69D99686D5}" dt="2025-08-28T01:55:31.592" v="1508" actId="14100"/>
          <pc:sldLayoutMkLst>
            <pc:docMk/>
            <pc:sldMasterMk cId="0" sldId="2147483659"/>
            <pc:sldLayoutMk cId="0" sldId="2147483657"/>
          </pc:sldLayoutMkLst>
        </pc:sldLayoutChg>
        <pc:sldLayoutChg chg="add del">
          <pc:chgData name="Jafet Baca" userId="e9aa8a7d9ee7777b" providerId="LiveId" clId="{311F5A97-4221-4547-8FCC-FE69D99686D5}" dt="2025-08-27T13:28:35.372" v="974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Jafet Baca" userId="e9aa8a7d9ee7777b" providerId="LiveId" clId="{891FC043-2C73-4761-9DD1-747827663B49}"/>
    <pc:docChg chg="undo custSel addSld delSld modSld sldOrd">
      <pc:chgData name="Jafet Baca" userId="e9aa8a7d9ee7777b" providerId="LiveId" clId="{891FC043-2C73-4761-9DD1-747827663B49}" dt="2025-10-10T13:07:48.406" v="11170" actId="20577"/>
      <pc:docMkLst>
        <pc:docMk/>
      </pc:docMkLst>
      <pc:sldChg chg="modSp mod">
        <pc:chgData name="Jafet Baca" userId="e9aa8a7d9ee7777b" providerId="LiveId" clId="{891FC043-2C73-4761-9DD1-747827663B49}" dt="2025-10-09T02:33:47.094" v="10528" actId="20577"/>
        <pc:sldMkLst>
          <pc:docMk/>
          <pc:sldMk cId="0" sldId="256"/>
        </pc:sldMkLst>
        <pc:spChg chg="mod">
          <ac:chgData name="Jafet Baca" userId="e9aa8a7d9ee7777b" providerId="LiveId" clId="{891FC043-2C73-4761-9DD1-747827663B49}" dt="2025-10-09T02:33:47.094" v="10528" actId="20577"/>
          <ac:spMkLst>
            <pc:docMk/>
            <pc:sldMk cId="0" sldId="256"/>
            <ac:spMk id="68" creationId="{00000000-0000-0000-0000-000000000000}"/>
          </ac:spMkLst>
        </pc:spChg>
      </pc:sldChg>
      <pc:sldChg chg="addSp delSp modSp del mod modClrScheme chgLayout">
        <pc:chgData name="Jafet Baca" userId="e9aa8a7d9ee7777b" providerId="LiveId" clId="{891FC043-2C73-4761-9DD1-747827663B49}" dt="2025-09-12T02:48:32.587" v="2862" actId="47"/>
        <pc:sldMkLst>
          <pc:docMk/>
          <pc:sldMk cId="0" sldId="258"/>
        </pc:sldMkLst>
      </pc:sldChg>
      <pc:sldChg chg="del">
        <pc:chgData name="Jafet Baca" userId="e9aa8a7d9ee7777b" providerId="LiveId" clId="{891FC043-2C73-4761-9DD1-747827663B49}" dt="2025-09-04T02:39:47.108" v="589" actId="47"/>
        <pc:sldMkLst>
          <pc:docMk/>
          <pc:sldMk cId="0" sldId="261"/>
        </pc:sldMkLst>
      </pc:sldChg>
      <pc:sldChg chg="del ord">
        <pc:chgData name="Jafet Baca" userId="e9aa8a7d9ee7777b" providerId="LiveId" clId="{891FC043-2C73-4761-9DD1-747827663B49}" dt="2025-09-05T03:10:32.286" v="1590" actId="47"/>
        <pc:sldMkLst>
          <pc:docMk/>
          <pc:sldMk cId="0" sldId="264"/>
        </pc:sldMkLst>
      </pc:sldChg>
      <pc:sldChg chg="del">
        <pc:chgData name="Jafet Baca" userId="e9aa8a7d9ee7777b" providerId="LiveId" clId="{891FC043-2C73-4761-9DD1-747827663B49}" dt="2025-09-04T02:45:42.436" v="668" actId="47"/>
        <pc:sldMkLst>
          <pc:docMk/>
          <pc:sldMk cId="2448736150" sldId="266"/>
        </pc:sldMkLst>
      </pc:sldChg>
      <pc:sldChg chg="addSp delSp modSp mod">
        <pc:chgData name="Jafet Baca" userId="e9aa8a7d9ee7777b" providerId="LiveId" clId="{891FC043-2C73-4761-9DD1-747827663B49}" dt="2025-10-09T03:03:21.478" v="10831" actId="1076"/>
        <pc:sldMkLst>
          <pc:docMk/>
          <pc:sldMk cId="146951357" sldId="267"/>
        </pc:sldMkLst>
        <pc:spChg chg="mod">
          <ac:chgData name="Jafet Baca" userId="e9aa8a7d9ee7777b" providerId="LiveId" clId="{891FC043-2C73-4761-9DD1-747827663B49}" dt="2025-09-25T16:39:43.260" v="7539" actId="20577"/>
          <ac:spMkLst>
            <pc:docMk/>
            <pc:sldMk cId="146951357" sldId="267"/>
            <ac:spMk id="78" creationId="{EC0AC41B-453D-D9CD-B169-D31E1AEDA6C3}"/>
          </ac:spMkLst>
        </pc:spChg>
        <pc:spChg chg="mod">
          <ac:chgData name="Jafet Baca" userId="e9aa8a7d9ee7777b" providerId="LiveId" clId="{891FC043-2C73-4761-9DD1-747827663B49}" dt="2025-10-09T02:45:14.557" v="10597" actId="20577"/>
          <ac:spMkLst>
            <pc:docMk/>
            <pc:sldMk cId="146951357" sldId="267"/>
            <ac:spMk id="79" creationId="{7AC259C7-7C69-CD15-506A-04F6FA3D61AA}"/>
          </ac:spMkLst>
        </pc:spChg>
        <pc:picChg chg="add mod">
          <ac:chgData name="Jafet Baca" userId="e9aa8a7d9ee7777b" providerId="LiveId" clId="{891FC043-2C73-4761-9DD1-747827663B49}" dt="2025-10-09T03:03:16.984" v="10830" actId="1076"/>
          <ac:picMkLst>
            <pc:docMk/>
            <pc:sldMk cId="146951357" sldId="267"/>
            <ac:picMk id="3" creationId="{FAC1EB58-DA74-E61E-DE4C-2A4356EF5A8A}"/>
          </ac:picMkLst>
        </pc:picChg>
        <pc:picChg chg="add del mod">
          <ac:chgData name="Jafet Baca" userId="e9aa8a7d9ee7777b" providerId="LiveId" clId="{891FC043-2C73-4761-9DD1-747827663B49}" dt="2025-10-09T02:44:19.402" v="10592" actId="478"/>
          <ac:picMkLst>
            <pc:docMk/>
            <pc:sldMk cId="146951357" sldId="267"/>
            <ac:picMk id="4" creationId="{F2D38A7B-630F-48C6-57D9-B25D32AB9AC7}"/>
          </ac:picMkLst>
        </pc:picChg>
        <pc:picChg chg="add mod">
          <ac:chgData name="Jafet Baca" userId="e9aa8a7d9ee7777b" providerId="LiveId" clId="{891FC043-2C73-4761-9DD1-747827663B49}" dt="2025-10-09T03:03:21.478" v="10831" actId="1076"/>
          <ac:picMkLst>
            <pc:docMk/>
            <pc:sldMk cId="146951357" sldId="267"/>
            <ac:picMk id="6" creationId="{2D755316-36B2-847F-1068-E2CA2F9BC519}"/>
          </ac:picMkLst>
        </pc:picChg>
        <pc:picChg chg="add del mod">
          <ac:chgData name="Jafet Baca" userId="e9aa8a7d9ee7777b" providerId="LiveId" clId="{891FC043-2C73-4761-9DD1-747827663B49}" dt="2025-10-09T02:44:21.088" v="10593" actId="478"/>
          <ac:picMkLst>
            <pc:docMk/>
            <pc:sldMk cId="146951357" sldId="267"/>
            <ac:picMk id="7" creationId="{0786D9A3-51DE-24B8-5FAF-7C71149FDCFF}"/>
          </ac:picMkLst>
        </pc:picChg>
      </pc:sldChg>
      <pc:sldChg chg="addSp modSp del mod">
        <pc:chgData name="Jafet Baca" userId="e9aa8a7d9ee7777b" providerId="LiveId" clId="{891FC043-2C73-4761-9DD1-747827663B49}" dt="2025-09-12T03:07:20.757" v="3192" actId="47"/>
        <pc:sldMkLst>
          <pc:docMk/>
          <pc:sldMk cId="3637055690" sldId="268"/>
        </pc:sldMkLst>
      </pc:sldChg>
      <pc:sldChg chg="addSp delSp modSp mod">
        <pc:chgData name="Jafet Baca" userId="e9aa8a7d9ee7777b" providerId="LiveId" clId="{891FC043-2C73-4761-9DD1-747827663B49}" dt="2025-10-09T03:04:05.897" v="10844" actId="1076"/>
        <pc:sldMkLst>
          <pc:docMk/>
          <pc:sldMk cId="1016271269" sldId="269"/>
        </pc:sldMkLst>
        <pc:spChg chg="mod">
          <ac:chgData name="Jafet Baca" userId="e9aa8a7d9ee7777b" providerId="LiveId" clId="{891FC043-2C73-4761-9DD1-747827663B49}" dt="2025-10-09T02:46:45.919" v="10629" actId="20577"/>
          <ac:spMkLst>
            <pc:docMk/>
            <pc:sldMk cId="1016271269" sldId="269"/>
            <ac:spMk id="2" creationId="{D7DD60EF-6E1E-4BBD-E087-F6BF07ABD533}"/>
          </ac:spMkLst>
        </pc:spChg>
        <pc:picChg chg="add mod">
          <ac:chgData name="Jafet Baca" userId="e9aa8a7d9ee7777b" providerId="LiveId" clId="{891FC043-2C73-4761-9DD1-747827663B49}" dt="2025-10-09T03:04:05.897" v="10844" actId="1076"/>
          <ac:picMkLst>
            <pc:docMk/>
            <pc:sldMk cId="1016271269" sldId="269"/>
            <ac:picMk id="4" creationId="{24223E75-E651-03E0-6A91-8DFA8123ED21}"/>
          </ac:picMkLst>
        </pc:picChg>
        <pc:picChg chg="add del mod">
          <ac:chgData name="Jafet Baca" userId="e9aa8a7d9ee7777b" providerId="LiveId" clId="{891FC043-2C73-4761-9DD1-747827663B49}" dt="2025-10-09T02:47:08.957" v="10630" actId="478"/>
          <ac:picMkLst>
            <pc:docMk/>
            <pc:sldMk cId="1016271269" sldId="269"/>
            <ac:picMk id="6" creationId="{3C7A75D6-20FE-78A7-9972-660F126704DB}"/>
          </ac:picMkLst>
        </pc:picChg>
      </pc:sldChg>
      <pc:sldChg chg="modSp del mod">
        <pc:chgData name="Jafet Baca" userId="e9aa8a7d9ee7777b" providerId="LiveId" clId="{891FC043-2C73-4761-9DD1-747827663B49}" dt="2025-09-04T02:39:45.190" v="588" actId="47"/>
        <pc:sldMkLst>
          <pc:docMk/>
          <pc:sldMk cId="2205698864" sldId="270"/>
        </pc:sldMkLst>
      </pc:sldChg>
      <pc:sldChg chg="del">
        <pc:chgData name="Jafet Baca" userId="e9aa8a7d9ee7777b" providerId="LiveId" clId="{891FC043-2C73-4761-9DD1-747827663B49}" dt="2025-09-04T02:39:47.646" v="590" actId="47"/>
        <pc:sldMkLst>
          <pc:docMk/>
          <pc:sldMk cId="3153270963" sldId="271"/>
        </pc:sldMkLst>
      </pc:sldChg>
      <pc:sldChg chg="modSp mod">
        <pc:chgData name="Jafet Baca" userId="e9aa8a7d9ee7777b" providerId="LiveId" clId="{891FC043-2C73-4761-9DD1-747827663B49}" dt="2025-10-09T03:08:15.169" v="11129" actId="20577"/>
        <pc:sldMkLst>
          <pc:docMk/>
          <pc:sldMk cId="3202981089" sldId="272"/>
        </pc:sldMkLst>
        <pc:spChg chg="mod">
          <ac:chgData name="Jafet Baca" userId="e9aa8a7d9ee7777b" providerId="LiveId" clId="{891FC043-2C73-4761-9DD1-747827663B49}" dt="2025-10-09T03:08:15.169" v="11129" actId="20577"/>
          <ac:spMkLst>
            <pc:docMk/>
            <pc:sldMk cId="3202981089" sldId="272"/>
            <ac:spMk id="4" creationId="{37A9F882-4B94-D501-2F2E-20CBA9C3B117}"/>
          </ac:spMkLst>
        </pc:spChg>
      </pc:sldChg>
      <pc:sldChg chg="del">
        <pc:chgData name="Jafet Baca" userId="e9aa8a7d9ee7777b" providerId="LiveId" clId="{891FC043-2C73-4761-9DD1-747827663B49}" dt="2025-09-04T02:39:48.043" v="591" actId="47"/>
        <pc:sldMkLst>
          <pc:docMk/>
          <pc:sldMk cId="1722430344" sldId="273"/>
        </pc:sldMkLst>
      </pc:sldChg>
      <pc:sldChg chg="addSp delSp modSp new del mod ord">
        <pc:chgData name="Jafet Baca" userId="e9aa8a7d9ee7777b" providerId="LiveId" clId="{891FC043-2C73-4761-9DD1-747827663B49}" dt="2025-09-12T03:48:21.607" v="4458" actId="47"/>
        <pc:sldMkLst>
          <pc:docMk/>
          <pc:sldMk cId="2575696424" sldId="274"/>
        </pc:sldMkLst>
      </pc:sldChg>
      <pc:sldChg chg="delSp modSp new del mod">
        <pc:chgData name="Jafet Baca" userId="e9aa8a7d9ee7777b" providerId="LiveId" clId="{891FC043-2C73-4761-9DD1-747827663B49}" dt="2025-10-02T21:56:01.544" v="9832" actId="47"/>
        <pc:sldMkLst>
          <pc:docMk/>
          <pc:sldMk cId="1467760601" sldId="275"/>
        </pc:sldMkLst>
      </pc:sldChg>
      <pc:sldChg chg="delSp new del mod">
        <pc:chgData name="Jafet Baca" userId="e9aa8a7d9ee7777b" providerId="LiveId" clId="{891FC043-2C73-4761-9DD1-747827663B49}" dt="2025-09-04T02:50:38.295" v="734" actId="47"/>
        <pc:sldMkLst>
          <pc:docMk/>
          <pc:sldMk cId="2511661208" sldId="276"/>
        </pc:sldMkLst>
      </pc:sldChg>
      <pc:sldChg chg="addSp modSp new del mod">
        <pc:chgData name="Jafet Baca" userId="e9aa8a7d9ee7777b" providerId="LiveId" clId="{891FC043-2C73-4761-9DD1-747827663B49}" dt="2025-09-12T02:48:31.550" v="2861" actId="47"/>
        <pc:sldMkLst>
          <pc:docMk/>
          <pc:sldMk cId="1779318987" sldId="277"/>
        </pc:sldMkLst>
      </pc:sldChg>
      <pc:sldChg chg="addSp modSp new del mod">
        <pc:chgData name="Jafet Baca" userId="e9aa8a7d9ee7777b" providerId="LiveId" clId="{891FC043-2C73-4761-9DD1-747827663B49}" dt="2025-09-12T03:09:31.424" v="3212" actId="47"/>
        <pc:sldMkLst>
          <pc:docMk/>
          <pc:sldMk cId="2707309365" sldId="278"/>
        </pc:sldMkLst>
      </pc:sldChg>
      <pc:sldChg chg="addSp delSp modSp new del mod">
        <pc:chgData name="Jafet Baca" userId="e9aa8a7d9ee7777b" providerId="LiveId" clId="{891FC043-2C73-4761-9DD1-747827663B49}" dt="2025-09-12T03:09:35.317" v="3213" actId="47"/>
        <pc:sldMkLst>
          <pc:docMk/>
          <pc:sldMk cId="1903200020" sldId="279"/>
        </pc:sldMkLst>
      </pc:sldChg>
      <pc:sldChg chg="addSp delSp modSp new del mod">
        <pc:chgData name="Jafet Baca" userId="e9aa8a7d9ee7777b" providerId="LiveId" clId="{891FC043-2C73-4761-9DD1-747827663B49}" dt="2025-09-12T03:12:14.456" v="3407" actId="47"/>
        <pc:sldMkLst>
          <pc:docMk/>
          <pc:sldMk cId="2048493059" sldId="280"/>
        </pc:sldMkLst>
      </pc:sldChg>
      <pc:sldChg chg="addSp modSp new del mod">
        <pc:chgData name="Jafet Baca" userId="e9aa8a7d9ee7777b" providerId="LiveId" clId="{891FC043-2C73-4761-9DD1-747827663B49}" dt="2025-09-12T03:12:15.177" v="3408" actId="47"/>
        <pc:sldMkLst>
          <pc:docMk/>
          <pc:sldMk cId="2182360206" sldId="281"/>
        </pc:sldMkLst>
      </pc:sldChg>
      <pc:sldChg chg="modSp new del mod">
        <pc:chgData name="Jafet Baca" userId="e9aa8a7d9ee7777b" providerId="LiveId" clId="{891FC043-2C73-4761-9DD1-747827663B49}" dt="2025-09-12T03:12:16.902" v="3409" actId="47"/>
        <pc:sldMkLst>
          <pc:docMk/>
          <pc:sldMk cId="1285840324" sldId="282"/>
        </pc:sldMkLst>
      </pc:sldChg>
      <pc:sldChg chg="addSp modSp new del mod">
        <pc:chgData name="Jafet Baca" userId="e9aa8a7d9ee7777b" providerId="LiveId" clId="{891FC043-2C73-4761-9DD1-747827663B49}" dt="2025-09-12T03:12:18.285" v="3410" actId="47"/>
        <pc:sldMkLst>
          <pc:docMk/>
          <pc:sldMk cId="29429203" sldId="283"/>
        </pc:sldMkLst>
      </pc:sldChg>
      <pc:sldChg chg="addSp delSp modSp new del mod modClrScheme chgLayout">
        <pc:chgData name="Jafet Baca" userId="e9aa8a7d9ee7777b" providerId="LiveId" clId="{891FC043-2C73-4761-9DD1-747827663B49}" dt="2025-09-12T03:12:19.504" v="3411" actId="47"/>
        <pc:sldMkLst>
          <pc:docMk/>
          <pc:sldMk cId="3213340031" sldId="284"/>
        </pc:sldMkLst>
      </pc:sldChg>
      <pc:sldChg chg="addSp delSp modSp new del mod modClrScheme chgLayout">
        <pc:chgData name="Jafet Baca" userId="e9aa8a7d9ee7777b" providerId="LiveId" clId="{891FC043-2C73-4761-9DD1-747827663B49}" dt="2025-09-25T17:54:00.173" v="8464" actId="47"/>
        <pc:sldMkLst>
          <pc:docMk/>
          <pc:sldMk cId="3132385390" sldId="285"/>
        </pc:sldMkLst>
      </pc:sldChg>
      <pc:sldChg chg="addSp delSp modSp new add del mod ord">
        <pc:chgData name="Jafet Baca" userId="e9aa8a7d9ee7777b" providerId="LiveId" clId="{891FC043-2C73-4761-9DD1-747827663B49}" dt="2025-09-25T17:54:01.412" v="8465" actId="47"/>
        <pc:sldMkLst>
          <pc:docMk/>
          <pc:sldMk cId="53525135" sldId="286"/>
        </pc:sldMkLst>
      </pc:sldChg>
      <pc:sldChg chg="addSp delSp modSp new del mod ord">
        <pc:chgData name="Jafet Baca" userId="e9aa8a7d9ee7777b" providerId="LiveId" clId="{891FC043-2C73-4761-9DD1-747827663B49}" dt="2025-10-02T21:37:18.078" v="9205" actId="47"/>
        <pc:sldMkLst>
          <pc:docMk/>
          <pc:sldMk cId="101706889" sldId="287"/>
        </pc:sldMkLst>
      </pc:sldChg>
      <pc:sldChg chg="addSp delSp modSp new mod">
        <pc:chgData name="Jafet Baca" userId="e9aa8a7d9ee7777b" providerId="LiveId" clId="{891FC043-2C73-4761-9DD1-747827663B49}" dt="2025-10-10T13:07:48.406" v="11170" actId="20577"/>
        <pc:sldMkLst>
          <pc:docMk/>
          <pc:sldMk cId="3707435978" sldId="288"/>
        </pc:sldMkLst>
        <pc:spChg chg="add del mod">
          <ac:chgData name="Jafet Baca" userId="e9aa8a7d9ee7777b" providerId="LiveId" clId="{891FC043-2C73-4761-9DD1-747827663B49}" dt="2025-10-10T13:07:48.406" v="11170" actId="20577"/>
          <ac:spMkLst>
            <pc:docMk/>
            <pc:sldMk cId="3707435978" sldId="288"/>
            <ac:spMk id="2" creationId="{BD0F855F-63C4-5E5B-F8A7-FDB812AA2D35}"/>
          </ac:spMkLst>
        </pc:spChg>
      </pc:sldChg>
      <pc:sldChg chg="modSp new del mod">
        <pc:chgData name="Jafet Baca" userId="e9aa8a7d9ee7777b" providerId="LiveId" clId="{891FC043-2C73-4761-9DD1-747827663B49}" dt="2025-09-12T03:09:36.309" v="3214" actId="47"/>
        <pc:sldMkLst>
          <pc:docMk/>
          <pc:sldMk cId="1966814637" sldId="289"/>
        </pc:sldMkLst>
      </pc:sldChg>
      <pc:sldChg chg="addSp delSp modSp new mod">
        <pc:chgData name="Jafet Baca" userId="e9aa8a7d9ee7777b" providerId="LiveId" clId="{891FC043-2C73-4761-9DD1-747827663B49}" dt="2025-10-09T03:03:37.019" v="10834" actId="1076"/>
        <pc:sldMkLst>
          <pc:docMk/>
          <pc:sldMk cId="377898415" sldId="290"/>
        </pc:sldMkLst>
        <pc:spChg chg="mod">
          <ac:chgData name="Jafet Baca" userId="e9aa8a7d9ee7777b" providerId="LiveId" clId="{891FC043-2C73-4761-9DD1-747827663B49}" dt="2025-09-25T16:43:21.685" v="7566" actId="5793"/>
          <ac:spMkLst>
            <pc:docMk/>
            <pc:sldMk cId="377898415" sldId="290"/>
            <ac:spMk id="2" creationId="{C5ED294F-26CC-8AA1-1DBB-B20A222C17AA}"/>
          </ac:spMkLst>
        </pc:spChg>
        <pc:spChg chg="mod">
          <ac:chgData name="Jafet Baca" userId="e9aa8a7d9ee7777b" providerId="LiveId" clId="{891FC043-2C73-4761-9DD1-747827663B49}" dt="2025-10-02T21:29:35.813" v="9064" actId="20577"/>
          <ac:spMkLst>
            <pc:docMk/>
            <pc:sldMk cId="377898415" sldId="290"/>
            <ac:spMk id="3" creationId="{F7ED4B6A-92A6-2C23-3A99-AB7995DDF26F}"/>
          </ac:spMkLst>
        </pc:spChg>
        <pc:picChg chg="add del mod">
          <ac:chgData name="Jafet Baca" userId="e9aa8a7d9ee7777b" providerId="LiveId" clId="{891FC043-2C73-4761-9DD1-747827663B49}" dt="2025-10-09T02:46:18.790" v="10600" actId="478"/>
          <ac:picMkLst>
            <pc:docMk/>
            <pc:sldMk cId="377898415" sldId="290"/>
            <ac:picMk id="5" creationId="{D0E0ED9B-9DAC-AB1E-2308-7C09DC36C8C9}"/>
          </ac:picMkLst>
        </pc:picChg>
        <pc:picChg chg="add mod">
          <ac:chgData name="Jafet Baca" userId="e9aa8a7d9ee7777b" providerId="LiveId" clId="{891FC043-2C73-4761-9DD1-747827663B49}" dt="2025-10-09T03:03:37.019" v="10834" actId="1076"/>
          <ac:picMkLst>
            <pc:docMk/>
            <pc:sldMk cId="377898415" sldId="290"/>
            <ac:picMk id="6" creationId="{D632D32E-0CEE-6B69-4104-C4504CDE9EE8}"/>
          </ac:picMkLst>
        </pc:picChg>
      </pc:sldChg>
      <pc:sldChg chg="addSp delSp modSp new mod">
        <pc:chgData name="Jafet Baca" userId="e9aa8a7d9ee7777b" providerId="LiveId" clId="{891FC043-2C73-4761-9DD1-747827663B49}" dt="2025-10-09T03:04:25.589" v="10847" actId="113"/>
        <pc:sldMkLst>
          <pc:docMk/>
          <pc:sldMk cId="2000719285" sldId="291"/>
        </pc:sldMkLst>
        <pc:spChg chg="mod">
          <ac:chgData name="Jafet Baca" userId="e9aa8a7d9ee7777b" providerId="LiveId" clId="{891FC043-2C73-4761-9DD1-747827663B49}" dt="2025-10-09T03:04:25.589" v="10847" actId="113"/>
          <ac:spMkLst>
            <pc:docMk/>
            <pc:sldMk cId="2000719285" sldId="291"/>
            <ac:spMk id="3" creationId="{396C7398-E4EC-C1F5-2FE8-FF55CA84C4E3}"/>
          </ac:spMkLst>
        </pc:spChg>
        <pc:picChg chg="add del mod modCrop">
          <ac:chgData name="Jafet Baca" userId="e9aa8a7d9ee7777b" providerId="LiveId" clId="{891FC043-2C73-4761-9DD1-747827663B49}" dt="2025-10-09T02:49:47.528" v="10689" actId="478"/>
          <ac:picMkLst>
            <pc:docMk/>
            <pc:sldMk cId="2000719285" sldId="291"/>
            <ac:picMk id="4" creationId="{47F19313-4ED8-9DDB-135D-3D7329683822}"/>
          </ac:picMkLst>
        </pc:picChg>
        <pc:picChg chg="add mod">
          <ac:chgData name="Jafet Baca" userId="e9aa8a7d9ee7777b" providerId="LiveId" clId="{891FC043-2C73-4761-9DD1-747827663B49}" dt="2025-10-09T03:04:21.564" v="10846" actId="1076"/>
          <ac:picMkLst>
            <pc:docMk/>
            <pc:sldMk cId="2000719285" sldId="291"/>
            <ac:picMk id="5" creationId="{E2D4C02D-1C4D-DA43-0E22-6E88FF20A553}"/>
          </ac:picMkLst>
        </pc:picChg>
      </pc:sldChg>
      <pc:sldChg chg="delSp add del mod">
        <pc:chgData name="Jafet Baca" userId="e9aa8a7d9ee7777b" providerId="LiveId" clId="{891FC043-2C73-4761-9DD1-747827663B49}" dt="2025-09-12T03:43:43.760" v="4317" actId="47"/>
        <pc:sldMkLst>
          <pc:docMk/>
          <pc:sldMk cId="1269920315" sldId="292"/>
        </pc:sldMkLst>
      </pc:sldChg>
      <pc:sldChg chg="addSp delSp modSp add del mod">
        <pc:chgData name="Jafet Baca" userId="e9aa8a7d9ee7777b" providerId="LiveId" clId="{891FC043-2C73-4761-9DD1-747827663B49}" dt="2025-09-18T19:02:11.362" v="6564" actId="47"/>
        <pc:sldMkLst>
          <pc:docMk/>
          <pc:sldMk cId="2633089542" sldId="293"/>
        </pc:sldMkLst>
      </pc:sldChg>
      <pc:sldChg chg="addSp delSp modSp add del mod">
        <pc:chgData name="Jafet Baca" userId="e9aa8a7d9ee7777b" providerId="LiveId" clId="{891FC043-2C73-4761-9DD1-747827663B49}" dt="2025-09-14T22:05:49.176" v="5707" actId="2696"/>
        <pc:sldMkLst>
          <pc:docMk/>
          <pc:sldMk cId="1769580752" sldId="294"/>
        </pc:sldMkLst>
      </pc:sldChg>
      <pc:sldChg chg="addSp delSp modSp add del mod ord">
        <pc:chgData name="Jafet Baca" userId="e9aa8a7d9ee7777b" providerId="LiveId" clId="{891FC043-2C73-4761-9DD1-747827663B49}" dt="2025-09-25T17:45:56.400" v="8025" actId="47"/>
        <pc:sldMkLst>
          <pc:docMk/>
          <pc:sldMk cId="2352672421" sldId="294"/>
        </pc:sldMkLst>
      </pc:sldChg>
      <pc:sldChg chg="addSp delSp modSp new del mod">
        <pc:chgData name="Jafet Baca" userId="e9aa8a7d9ee7777b" providerId="LiveId" clId="{891FC043-2C73-4761-9DD1-747827663B49}" dt="2025-09-14T22:06:41.315" v="5745" actId="47"/>
        <pc:sldMkLst>
          <pc:docMk/>
          <pc:sldMk cId="1210316066" sldId="295"/>
        </pc:sldMkLst>
      </pc:sldChg>
      <pc:sldChg chg="addSp delSp modSp add del mod">
        <pc:chgData name="Jafet Baca" userId="e9aa8a7d9ee7777b" providerId="LiveId" clId="{891FC043-2C73-4761-9DD1-747827663B49}" dt="2025-10-02T21:37:18.844" v="9206" actId="47"/>
        <pc:sldMkLst>
          <pc:docMk/>
          <pc:sldMk cId="1632656041" sldId="295"/>
        </pc:sldMkLst>
      </pc:sldChg>
      <pc:sldChg chg="addSp delSp modSp new del mod">
        <pc:chgData name="Jafet Baca" userId="e9aa8a7d9ee7777b" providerId="LiveId" clId="{891FC043-2C73-4761-9DD1-747827663B49}" dt="2025-10-02T21:37:28.460" v="9207" actId="47"/>
        <pc:sldMkLst>
          <pc:docMk/>
          <pc:sldMk cId="973623954" sldId="296"/>
        </pc:sldMkLst>
      </pc:sldChg>
      <pc:sldChg chg="addSp delSp modSp add del mod">
        <pc:chgData name="Jafet Baca" userId="e9aa8a7d9ee7777b" providerId="LiveId" clId="{891FC043-2C73-4761-9DD1-747827663B49}" dt="2025-10-02T21:37:29.253" v="9208" actId="47"/>
        <pc:sldMkLst>
          <pc:docMk/>
          <pc:sldMk cId="3141762190" sldId="297"/>
        </pc:sldMkLst>
      </pc:sldChg>
      <pc:sldChg chg="addSp delSp modSp new mod">
        <pc:chgData name="Jafet Baca" userId="e9aa8a7d9ee7777b" providerId="LiveId" clId="{891FC043-2C73-4761-9DD1-747827663B49}" dt="2025-10-09T03:04:56.890" v="10849" actId="1076"/>
        <pc:sldMkLst>
          <pc:docMk/>
          <pc:sldMk cId="2402855951" sldId="298"/>
        </pc:sldMkLst>
        <pc:spChg chg="del mod">
          <ac:chgData name="Jafet Baca" userId="e9aa8a7d9ee7777b" providerId="LiveId" clId="{891FC043-2C73-4761-9DD1-747827663B49}" dt="2025-10-09T02:50:47.381" v="10741" actId="478"/>
          <ac:spMkLst>
            <pc:docMk/>
            <pc:sldMk cId="2402855951" sldId="298"/>
            <ac:spMk id="2" creationId="{950B288E-9D50-F73A-0ACF-0B483FFD4A71}"/>
          </ac:spMkLst>
        </pc:spChg>
        <pc:spChg chg="mod">
          <ac:chgData name="Jafet Baca" userId="e9aa8a7d9ee7777b" providerId="LiveId" clId="{891FC043-2C73-4761-9DD1-747827663B49}" dt="2025-10-09T02:50:27.992" v="10739" actId="20577"/>
          <ac:spMkLst>
            <pc:docMk/>
            <pc:sldMk cId="2402855951" sldId="298"/>
            <ac:spMk id="3" creationId="{E22B49AE-BB10-9C7F-0195-25CAA155A20E}"/>
          </ac:spMkLst>
        </pc:spChg>
        <pc:picChg chg="add mod">
          <ac:chgData name="Jafet Baca" userId="e9aa8a7d9ee7777b" providerId="LiveId" clId="{891FC043-2C73-4761-9DD1-747827663B49}" dt="2025-10-09T03:04:56.890" v="10849" actId="1076"/>
          <ac:picMkLst>
            <pc:docMk/>
            <pc:sldMk cId="2402855951" sldId="298"/>
            <ac:picMk id="5" creationId="{E410E784-D37A-B84B-8DAB-C676C8DC5893}"/>
          </ac:picMkLst>
        </pc:picChg>
      </pc:sldChg>
      <pc:sldChg chg="addSp delSp modSp new mod chgLayout">
        <pc:chgData name="Jafet Baca" userId="e9aa8a7d9ee7777b" providerId="LiveId" clId="{891FC043-2C73-4761-9DD1-747827663B49}" dt="2025-10-09T03:05:20.191" v="10861" actId="1076"/>
        <pc:sldMkLst>
          <pc:docMk/>
          <pc:sldMk cId="2891670457" sldId="299"/>
        </pc:sldMkLst>
        <pc:spChg chg="mod ord">
          <ac:chgData name="Jafet Baca" userId="e9aa8a7d9ee7777b" providerId="LiveId" clId="{891FC043-2C73-4761-9DD1-747827663B49}" dt="2025-10-09T02:51:09.364" v="10752" actId="20577"/>
          <ac:spMkLst>
            <pc:docMk/>
            <pc:sldMk cId="2891670457" sldId="299"/>
            <ac:spMk id="3" creationId="{940711DB-65D2-144B-D012-1EA1C0E08760}"/>
          </ac:spMkLst>
        </pc:spChg>
        <pc:spChg chg="add del mod ord">
          <ac:chgData name="Jafet Baca" userId="e9aa8a7d9ee7777b" providerId="LiveId" clId="{891FC043-2C73-4761-9DD1-747827663B49}" dt="2025-10-09T02:51:33.274" v="10754" actId="478"/>
          <ac:spMkLst>
            <pc:docMk/>
            <pc:sldMk cId="2891670457" sldId="299"/>
            <ac:spMk id="5" creationId="{BFD2B27D-85B5-789D-2BEE-54249176AF5D}"/>
          </ac:spMkLst>
        </pc:spChg>
        <pc:picChg chg="add del mod">
          <ac:chgData name="Jafet Baca" userId="e9aa8a7d9ee7777b" providerId="LiveId" clId="{891FC043-2C73-4761-9DD1-747827663B49}" dt="2025-10-09T02:51:30.396" v="10753" actId="478"/>
          <ac:picMkLst>
            <pc:docMk/>
            <pc:sldMk cId="2891670457" sldId="299"/>
            <ac:picMk id="4" creationId="{3F6793A5-870C-ECFB-CF3F-83419203785F}"/>
          </ac:picMkLst>
        </pc:picChg>
        <pc:picChg chg="add mod">
          <ac:chgData name="Jafet Baca" userId="e9aa8a7d9ee7777b" providerId="LiveId" clId="{891FC043-2C73-4761-9DD1-747827663B49}" dt="2025-10-09T03:05:20.191" v="10861" actId="1076"/>
          <ac:picMkLst>
            <pc:docMk/>
            <pc:sldMk cId="2891670457" sldId="299"/>
            <ac:picMk id="6" creationId="{D1D02671-87D5-BB52-E8DA-830A216C9BB0}"/>
          </ac:picMkLst>
        </pc:picChg>
      </pc:sldChg>
      <pc:sldChg chg="addSp delSp modSp new mod chgLayout">
        <pc:chgData name="Jafet Baca" userId="e9aa8a7d9ee7777b" providerId="LiveId" clId="{891FC043-2C73-4761-9DD1-747827663B49}" dt="2025-10-09T03:05:50.317" v="10887" actId="1076"/>
        <pc:sldMkLst>
          <pc:docMk/>
          <pc:sldMk cId="59975748" sldId="300"/>
        </pc:sldMkLst>
        <pc:spChg chg="mod ord">
          <ac:chgData name="Jafet Baca" userId="e9aa8a7d9ee7777b" providerId="LiveId" clId="{891FC043-2C73-4761-9DD1-747827663B49}" dt="2025-10-09T02:51:49.731" v="10787" actId="20577"/>
          <ac:spMkLst>
            <pc:docMk/>
            <pc:sldMk cId="59975748" sldId="300"/>
            <ac:spMk id="3" creationId="{50720449-9C3A-B805-CF36-9616B142CB81}"/>
          </ac:spMkLst>
        </pc:spChg>
        <pc:spChg chg="add del mod ord">
          <ac:chgData name="Jafet Baca" userId="e9aa8a7d9ee7777b" providerId="LiveId" clId="{891FC043-2C73-4761-9DD1-747827663B49}" dt="2025-10-09T02:52:13.812" v="10788" actId="478"/>
          <ac:spMkLst>
            <pc:docMk/>
            <pc:sldMk cId="59975748" sldId="300"/>
            <ac:spMk id="4" creationId="{6B9CAF37-74F3-B10E-3D5D-F2C7AB539485}"/>
          </ac:spMkLst>
        </pc:spChg>
        <pc:spChg chg="add del mod">
          <ac:chgData name="Jafet Baca" userId="e9aa8a7d9ee7777b" providerId="LiveId" clId="{891FC043-2C73-4761-9DD1-747827663B49}" dt="2025-10-09T02:52:18.542" v="10789" actId="478"/>
          <ac:spMkLst>
            <pc:docMk/>
            <pc:sldMk cId="59975748" sldId="300"/>
            <ac:spMk id="5" creationId="{ACA82D13-C4B4-191E-FD67-A1E071BD35C7}"/>
          </ac:spMkLst>
        </pc:spChg>
        <pc:picChg chg="add mod">
          <ac:chgData name="Jafet Baca" userId="e9aa8a7d9ee7777b" providerId="LiveId" clId="{891FC043-2C73-4761-9DD1-747827663B49}" dt="2025-10-09T03:05:50.317" v="10887" actId="1076"/>
          <ac:picMkLst>
            <pc:docMk/>
            <pc:sldMk cId="59975748" sldId="300"/>
            <ac:picMk id="7" creationId="{983F4079-8B6C-5CC3-77F5-F08B4595E84E}"/>
          </ac:picMkLst>
        </pc:picChg>
      </pc:sldChg>
      <pc:sldChg chg="addSp delSp modSp new mod ord modClrScheme chgLayout">
        <pc:chgData name="Jafet Baca" userId="e9aa8a7d9ee7777b" providerId="LiveId" clId="{891FC043-2C73-4761-9DD1-747827663B49}" dt="2025-10-09T02:35:37.878" v="10589" actId="1076"/>
        <pc:sldMkLst>
          <pc:docMk/>
          <pc:sldMk cId="857497383" sldId="301"/>
        </pc:sldMkLst>
        <pc:spChg chg="mod">
          <ac:chgData name="Jafet Baca" userId="e9aa8a7d9ee7777b" providerId="LiveId" clId="{891FC043-2C73-4761-9DD1-747827663B49}" dt="2025-10-02T21:55:58.894" v="9831" actId="20577"/>
          <ac:spMkLst>
            <pc:docMk/>
            <pc:sldMk cId="857497383" sldId="301"/>
            <ac:spMk id="3" creationId="{03C2045C-D916-0E51-4C93-1BB30DD2C7B2}"/>
          </ac:spMkLst>
        </pc:spChg>
        <pc:graphicFrameChg chg="add mod modGraphic">
          <ac:chgData name="Jafet Baca" userId="e9aa8a7d9ee7777b" providerId="LiveId" clId="{891FC043-2C73-4761-9DD1-747827663B49}" dt="2025-10-09T02:35:37.878" v="10589" actId="1076"/>
          <ac:graphicFrameMkLst>
            <pc:docMk/>
            <pc:sldMk cId="857497383" sldId="301"/>
            <ac:graphicFrameMk id="5" creationId="{422D012B-6AF5-7BBD-B3CA-5CC13D8F3711}"/>
          </ac:graphicFrameMkLst>
        </pc:graphicFrameChg>
      </pc:sldChg>
      <pc:sldChg chg="addSp delSp modSp new mod">
        <pc:chgData name="Jafet Baca" userId="e9aa8a7d9ee7777b" providerId="LiveId" clId="{891FC043-2C73-4761-9DD1-747827663B49}" dt="2025-10-09T03:06:12.886" v="10911" actId="1076"/>
        <pc:sldMkLst>
          <pc:docMk/>
          <pc:sldMk cId="2550378765" sldId="302"/>
        </pc:sldMkLst>
        <pc:spChg chg="mod">
          <ac:chgData name="Jafet Baca" userId="e9aa8a7d9ee7777b" providerId="LiveId" clId="{891FC043-2C73-4761-9DD1-747827663B49}" dt="2025-10-09T02:52:41.598" v="10814" actId="113"/>
          <ac:spMkLst>
            <pc:docMk/>
            <pc:sldMk cId="2550378765" sldId="302"/>
            <ac:spMk id="3" creationId="{9C9C2C1C-809D-9FAF-6DA9-760C50D1A097}"/>
          </ac:spMkLst>
        </pc:spChg>
        <pc:picChg chg="add mod">
          <ac:chgData name="Jafet Baca" userId="e9aa8a7d9ee7777b" providerId="LiveId" clId="{891FC043-2C73-4761-9DD1-747827663B49}" dt="2025-10-09T03:06:12.886" v="10911" actId="1076"/>
          <ac:picMkLst>
            <pc:docMk/>
            <pc:sldMk cId="2550378765" sldId="302"/>
            <ac:picMk id="4" creationId="{E82A72C9-D63D-0877-532D-A6E274B4C273}"/>
          </ac:picMkLst>
        </pc:picChg>
        <pc:picChg chg="add del mod">
          <ac:chgData name="Jafet Baca" userId="e9aa8a7d9ee7777b" providerId="LiveId" clId="{891FC043-2C73-4761-9DD1-747827663B49}" dt="2025-10-09T02:56:00.251" v="10815" actId="478"/>
          <ac:picMkLst>
            <pc:docMk/>
            <pc:sldMk cId="2550378765" sldId="302"/>
            <ac:picMk id="5" creationId="{1EB0AFAF-12FF-60D2-048B-4DA324DA0CA5}"/>
          </ac:picMkLst>
        </pc:picChg>
      </pc:sldChg>
      <pc:sldChg chg="addSp delSp modSp new del mod modClrScheme chgLayout">
        <pc:chgData name="Jafet Baca" userId="e9aa8a7d9ee7777b" providerId="LiveId" clId="{891FC043-2C73-4761-9DD1-747827663B49}" dt="2025-10-09T03:02:46.565" v="10825" actId="47"/>
        <pc:sldMkLst>
          <pc:docMk/>
          <pc:sldMk cId="2613198817" sldId="303"/>
        </pc:sldMkLst>
      </pc:sldChg>
      <pc:sldChg chg="addSp delSp modSp new del mod setBg">
        <pc:chgData name="Jafet Baca" userId="e9aa8a7d9ee7777b" providerId="LiveId" clId="{891FC043-2C73-4761-9DD1-747827663B49}" dt="2025-10-09T02:35:49.252" v="10591" actId="47"/>
        <pc:sldMkLst>
          <pc:docMk/>
          <pc:sldMk cId="3975676099" sldId="304"/>
        </pc:sldMkLst>
      </pc:sldChg>
      <pc:sldChg chg="addSp delSp modSp new mod">
        <pc:chgData name="Jafet Baca" userId="e9aa8a7d9ee7777b" providerId="LiveId" clId="{891FC043-2C73-4761-9DD1-747827663B49}" dt="2025-10-09T03:06:47.154" v="10940"/>
        <pc:sldMkLst>
          <pc:docMk/>
          <pc:sldMk cId="4060318515" sldId="304"/>
        </pc:sldMkLst>
        <pc:spChg chg="del">
          <ac:chgData name="Jafet Baca" userId="e9aa8a7d9ee7777b" providerId="LiveId" clId="{891FC043-2C73-4761-9DD1-747827663B49}" dt="2025-10-09T02:57:34.127" v="10818" actId="478"/>
          <ac:spMkLst>
            <pc:docMk/>
            <pc:sldMk cId="4060318515" sldId="304"/>
            <ac:spMk id="2" creationId="{809A0D42-10F2-9BC4-4AEC-10B349CE2662}"/>
          </ac:spMkLst>
        </pc:spChg>
        <pc:spChg chg="mod">
          <ac:chgData name="Jafet Baca" userId="e9aa8a7d9ee7777b" providerId="LiveId" clId="{891FC043-2C73-4761-9DD1-747827663B49}" dt="2025-10-09T03:06:47.154" v="10940"/>
          <ac:spMkLst>
            <pc:docMk/>
            <pc:sldMk cId="4060318515" sldId="304"/>
            <ac:spMk id="3" creationId="{F83DE76B-7E50-535D-08B1-2B1E7544FCF0}"/>
          </ac:spMkLst>
        </pc:spChg>
        <pc:picChg chg="add mod">
          <ac:chgData name="Jafet Baca" userId="e9aa8a7d9ee7777b" providerId="LiveId" clId="{891FC043-2C73-4761-9DD1-747827663B49}" dt="2025-10-09T03:06:30.996" v="10939" actId="1076"/>
          <ac:picMkLst>
            <pc:docMk/>
            <pc:sldMk cId="4060318515" sldId="304"/>
            <ac:picMk id="5" creationId="{47A67315-6602-EB19-FBAA-A980F2C590A2}"/>
          </ac:picMkLst>
        </pc:picChg>
      </pc:sldChg>
      <pc:sldChg chg="addSp delSp modSp new mod modClrScheme chgLayout">
        <pc:chgData name="Jafet Baca" userId="e9aa8a7d9ee7777b" providerId="LiveId" clId="{891FC043-2C73-4761-9DD1-747827663B49}" dt="2025-10-09T03:07:05.749" v="10962"/>
        <pc:sldMkLst>
          <pc:docMk/>
          <pc:sldMk cId="1171559715" sldId="305"/>
        </pc:sldMkLst>
        <pc:spChg chg="add del">
          <ac:chgData name="Jafet Baca" userId="e9aa8a7d9ee7777b" providerId="LiveId" clId="{891FC043-2C73-4761-9DD1-747827663B49}" dt="2025-10-09T02:58:44.221" v="10823" actId="478"/>
          <ac:spMkLst>
            <pc:docMk/>
            <pc:sldMk cId="1171559715" sldId="305"/>
            <ac:spMk id="2" creationId="{3EF0DB1A-9346-A837-B436-19F531DDD3A9}"/>
          </ac:spMkLst>
        </pc:spChg>
        <pc:spChg chg="mod">
          <ac:chgData name="Jafet Baca" userId="e9aa8a7d9ee7777b" providerId="LiveId" clId="{891FC043-2C73-4761-9DD1-747827663B49}" dt="2025-10-09T03:07:05.749" v="10962"/>
          <ac:spMkLst>
            <pc:docMk/>
            <pc:sldMk cId="1171559715" sldId="305"/>
            <ac:spMk id="3" creationId="{30E13F13-A99F-93D6-62B6-EB3A0DA40C1F}"/>
          </ac:spMkLst>
        </pc:spChg>
        <pc:spChg chg="add del mod">
          <ac:chgData name="Jafet Baca" userId="e9aa8a7d9ee7777b" providerId="LiveId" clId="{891FC043-2C73-4761-9DD1-747827663B49}" dt="2025-10-09T02:58:40.502" v="10822" actId="26606"/>
          <ac:spMkLst>
            <pc:docMk/>
            <pc:sldMk cId="1171559715" sldId="305"/>
            <ac:spMk id="10" creationId="{95A0219B-C7CF-EC9F-B3B6-C5D12E043215}"/>
          </ac:spMkLst>
        </pc:spChg>
        <pc:graphicFrameChg chg="add del">
          <ac:chgData name="Jafet Baca" userId="e9aa8a7d9ee7777b" providerId="LiveId" clId="{891FC043-2C73-4761-9DD1-747827663B49}" dt="2025-10-09T02:58:40.502" v="10822" actId="26606"/>
          <ac:graphicFrameMkLst>
            <pc:docMk/>
            <pc:sldMk cId="1171559715" sldId="305"/>
            <ac:graphicFrameMk id="5" creationId="{3EF0DB1A-9346-A837-B436-19F531DDD3A9}"/>
          </ac:graphicFrameMkLst>
        </pc:graphicFrameChg>
        <pc:picChg chg="add mod">
          <ac:chgData name="Jafet Baca" userId="e9aa8a7d9ee7777b" providerId="LiveId" clId="{891FC043-2C73-4761-9DD1-747827663B49}" dt="2025-10-09T03:07:04.025" v="10961" actId="1076"/>
          <ac:picMkLst>
            <pc:docMk/>
            <pc:sldMk cId="1171559715" sldId="305"/>
            <ac:picMk id="6" creationId="{200D894E-1292-504C-16CE-EAA1C5BCAD63}"/>
          </ac:picMkLst>
        </pc:picChg>
      </pc:sldChg>
      <pc:sldChg chg="modSp new del mod">
        <pc:chgData name="Jafet Baca" userId="e9aa8a7d9ee7777b" providerId="LiveId" clId="{891FC043-2C73-4761-9DD1-747827663B49}" dt="2025-10-03T12:42:21.456" v="10171" actId="2696"/>
        <pc:sldMkLst>
          <pc:docMk/>
          <pc:sldMk cId="2839240665" sldId="305"/>
        </pc:sldMkLst>
      </pc:sldChg>
      <pc:sldChg chg="addSp modSp new del mod ord">
        <pc:chgData name="Jafet Baca" userId="e9aa8a7d9ee7777b" providerId="LiveId" clId="{891FC043-2C73-4761-9DD1-747827663B49}" dt="2025-10-09T02:35:44.587" v="10590" actId="47"/>
        <pc:sldMkLst>
          <pc:docMk/>
          <pc:sldMk cId="3014189988" sldId="305"/>
        </pc:sldMkLst>
      </pc:sldChg>
      <pc:sldMasterChg chg="delSldLayout">
        <pc:chgData name="Jafet Baca" userId="e9aa8a7d9ee7777b" providerId="LiveId" clId="{891FC043-2C73-4761-9DD1-747827663B49}" dt="2025-09-14T22:06:41.315" v="5745" actId="47"/>
        <pc:sldMasterMkLst>
          <pc:docMk/>
          <pc:sldMasterMk cId="0" sldId="2147483659"/>
        </pc:sldMasterMkLst>
        <pc:sldLayoutChg chg="del">
          <pc:chgData name="Jafet Baca" userId="e9aa8a7d9ee7777b" providerId="LiveId" clId="{891FC043-2C73-4761-9DD1-747827663B49}" dt="2025-09-12T03:12:19.504" v="3411" actId="47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Jafet Baca" userId="e9aa8a7d9ee7777b" providerId="LiveId" clId="{891FC043-2C73-4761-9DD1-747827663B49}" dt="2025-09-05T03:10:32.286" v="1590" actId="47"/>
          <pc:sldLayoutMkLst>
            <pc:docMk/>
            <pc:sldMasterMk cId="0" sldId="2147483659"/>
            <pc:sldLayoutMk cId="0" sldId="2147483654"/>
          </pc:sldLayoutMkLst>
        </pc:sldLayoutChg>
        <pc:sldLayoutChg chg="del">
          <pc:chgData name="Jafet Baca" userId="e9aa8a7d9ee7777b" providerId="LiveId" clId="{891FC043-2C73-4761-9DD1-747827663B49}" dt="2025-09-14T22:06:41.315" v="5745" actId="47"/>
          <pc:sldLayoutMkLst>
            <pc:docMk/>
            <pc:sldMasterMk cId="0" sldId="2147483659"/>
            <pc:sldLayoutMk cId="0" sldId="214748365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3FC2F-9EE7-816E-9489-DF7A29ACA2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37675-A6B8-FAB0-0065-4827A6D06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ADCE-ADAE-4909-9112-3AC374E8D4A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B034B-94CF-1D5D-181E-C476B60D0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08DC-4CF7-C959-28BE-604BEEBD3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3ED1-5040-4189-A49E-4FBEC4323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8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75CC73E-D39E-2BB8-29F3-7866002F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C45B5614-BC35-BE57-4C80-8A8FB6DF0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016595C3-5B2F-F80A-275A-82BE821FB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55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276066"/>
            <a:ext cx="9144000" cy="38674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/>
          <p:nvPr/>
        </p:nvSpPr>
        <p:spPr>
          <a:xfrm>
            <a:off x="0" y="127656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615413"/>
            <a:ext cx="8222100" cy="3013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1pPr>
            <a:lvl2pPr marL="914400" lvl="1" indent="-317500">
              <a:spcBef>
                <a:spcPts val="250"/>
              </a:spcBef>
              <a:spcAft>
                <a:spcPts val="25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392ED-DC59-E275-87FE-0734075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78113"/>
            <a:ext cx="8222100" cy="76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658024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2692021"/>
            <a:ext cx="8222100" cy="191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/>
              <a:t>DATA SCIENCE FOR ECONOMISTS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ECON 220 LAB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Jafet Baca-Obando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Week 7, Data visualization – 10/10/2025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C2045C-D916-0E51-4C93-1BB30DD2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2D012B-6AF5-7BBD-B3CA-5CC13D8F3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26223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045704" y="1788337"/>
          <a:ext cx="3624593" cy="1566826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177506">
                  <a:extLst>
                    <a:ext uri="{9D8B030D-6E8A-4147-A177-3AD203B41FA5}">
                      <a16:colId xmlns:a16="http://schemas.microsoft.com/office/drawing/2014/main" val="2946017471"/>
                    </a:ext>
                  </a:extLst>
                </a:gridCol>
                <a:gridCol w="2447087">
                  <a:extLst>
                    <a:ext uri="{9D8B030D-6E8A-4147-A177-3AD203B41FA5}">
                      <a16:colId xmlns:a16="http://schemas.microsoft.com/office/drawing/2014/main" val="2924369917"/>
                    </a:ext>
                  </a:extLst>
                </a:gridCol>
              </a:tblGrid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lt1"/>
                          </a:solidFill>
                          <a:sym typeface="Roboto"/>
                        </a:rPr>
                        <a:t>Scatterplots with </a:t>
                      </a: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sym typeface="Roboto"/>
                        </a:rPr>
                        <a:t>seaborn</a:t>
                      </a:r>
                      <a:endParaRPr lang="en-US" sz="1800" b="1" i="0" u="none" strike="noStrike" cap="none" dirty="0">
                        <a:solidFill>
                          <a:schemeClr val="lt1"/>
                        </a:solidFill>
                        <a:latin typeface="Roboto"/>
                        <a:ea typeface="Roboto"/>
                        <a:sym typeface="Roboto"/>
                      </a:endParaRP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1695243274"/>
                  </a:ext>
                </a:extLst>
              </a:tr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lt1"/>
                          </a:solidFill>
                          <a:sym typeface="Arial"/>
                        </a:rPr>
                        <a:t>Bar charts</a:t>
                      </a:r>
                      <a:endParaRPr lang="en-US" sz="1800" b="0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1251535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9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D3F8357-3484-0600-66D5-856C5A5B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7AC259C7-7C69-CD15-506A-04F6FA3D6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C0AC41B-453D-D9CD-B169-D31E1AEDA6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Importing required libraries and 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1EB58-DA74-E61E-DE4C-2A4356EF5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22961"/>
            <a:ext cx="6400800" cy="19961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755316-36B2-847F-1068-E2CA2F9BC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611569"/>
            <a:ext cx="6400800" cy="115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D294F-26CC-8AA1-1DBB-B20A222C1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ED4B6A-92A6-2C23-3A99-AB7995DD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the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32D32E-0CEE-6B69-4104-C4504CDE9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11733"/>
            <a:ext cx="5486400" cy="362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8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60EF-6E1E-4BBD-E087-F6BF07AB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the data types make sense?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23E75-E651-03E0-6A91-8DFA8123E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550" y="1434590"/>
            <a:ext cx="4114800" cy="336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7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6C7398-E4EC-C1F5-2FE8-FF55CA84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Scatterplots with </a:t>
            </a:r>
            <a:r>
              <a:rPr lang="en-US" b="1" dirty="0"/>
              <a:t>seaborn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4C02D-1C4D-DA43-0E22-6E88FF20A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063" y="1365505"/>
            <a:ext cx="4572000" cy="358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1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2B49AE-BB10-9C7F-0195-25CAA155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Tuition versus SAT by school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0E784-D37A-B84B-8DAB-C676C8DC5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150" y="1426184"/>
            <a:ext cx="3657600" cy="343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855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0711DB-65D2-144B-D012-1EA1C0E0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Facet grid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02671-87D5-BB52-E8DA-830A216C9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393952"/>
            <a:ext cx="4480560" cy="352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70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720449-9C3A-B805-CF36-9616B142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dirty="0"/>
              <a:t>Trend 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3F4079-8B6C-5CC3-77F5-F08B4595E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70" y="1387690"/>
            <a:ext cx="4480560" cy="347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5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9C2C1C-809D-9FAF-6DA9-760C50D1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charts with </a:t>
            </a:r>
            <a:r>
              <a:rPr lang="en-US" b="1" dirty="0"/>
              <a:t>seaborn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2A72C9-D63D-0877-532D-A6E274B4C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391550"/>
            <a:ext cx="4023360" cy="347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78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3DE76B-7E50-535D-08B1-2B1E7544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charts with </a:t>
            </a:r>
            <a:r>
              <a:rPr lang="en-US" b="1" dirty="0"/>
              <a:t>seaborn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67315-6602-EB19-FBAA-A980F2C59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365513"/>
            <a:ext cx="3566160" cy="355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18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E13F13-A99F-93D6-62B6-EB3A0DA40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charts with </a:t>
            </a:r>
            <a:r>
              <a:rPr lang="en-US" b="1" dirty="0"/>
              <a:t>seaborn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0D894E-1292-504C-16CE-EAA1C5BCA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950" y="1349258"/>
            <a:ext cx="4572000" cy="370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559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F855F-63C4-5E5B-F8A7-FDB812AA2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created scatterplots and bar plots using seaborn.</a:t>
            </a:r>
          </a:p>
          <a:p>
            <a:r>
              <a:rPr lang="en-US" dirty="0"/>
              <a:t>We analyzed correlations in college 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20C7DB-00DE-138A-A741-BDAA2127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707435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BC7-97D4-C66E-30A6-148C304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F882-4B94-D501-2F2E-20CBA9C3B1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Complete Data Exercise 4</a:t>
            </a:r>
          </a:p>
          <a:p>
            <a:pPr lvl="1"/>
            <a:r>
              <a:rPr lang="en-US" dirty="0"/>
              <a:t>Upload Jupyter notebook (.ipynb file) and HTML file on </a:t>
            </a:r>
            <a:r>
              <a:rPr lang="en-US" b="1" dirty="0">
                <a:solidFill>
                  <a:srgbClr val="FFC000"/>
                </a:solidFill>
              </a:rPr>
              <a:t>October 12</a:t>
            </a:r>
          </a:p>
          <a:p>
            <a:r>
              <a:rPr lang="en-US" b="1" dirty="0">
                <a:solidFill>
                  <a:srgbClr val="FFC000"/>
                </a:solidFill>
              </a:rPr>
              <a:t>Complete Data Exercise 5</a:t>
            </a:r>
          </a:p>
          <a:p>
            <a:pPr lvl="1"/>
            <a:r>
              <a:rPr lang="en-US" dirty="0"/>
              <a:t>Upload Jupyter notebook (.</a:t>
            </a:r>
            <a:r>
              <a:rPr lang="en-US" dirty="0" err="1"/>
              <a:t>ipynb</a:t>
            </a:r>
            <a:r>
              <a:rPr lang="en-US" dirty="0"/>
              <a:t> file) and HTML file on </a:t>
            </a:r>
            <a:r>
              <a:rPr lang="en-US" b="1" dirty="0">
                <a:solidFill>
                  <a:srgbClr val="FFC000"/>
                </a:solidFill>
              </a:rPr>
              <a:t>October 19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98108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Custom 3">
      <a:dk1>
        <a:srgbClr val="01598D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117</Words>
  <Application>Microsoft Office PowerPoint</Application>
  <PresentationFormat>On-screen Show (16:9)</PresentationFormat>
  <Paragraphs>28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Roboto</vt:lpstr>
      <vt:lpstr>Material</vt:lpstr>
      <vt:lpstr>DATA SCIENCE FOR ECONOMISTS</vt:lpstr>
      <vt:lpstr>Outline</vt:lpstr>
      <vt:lpstr>Importing required libraries and dataset</vt:lpstr>
      <vt:lpstr>Load the data</vt:lpstr>
      <vt:lpstr>Do the data types make sense?</vt:lpstr>
      <vt:lpstr>Scatterplots with seaborn</vt:lpstr>
      <vt:lpstr>Tuition versus SAT by school type</vt:lpstr>
      <vt:lpstr>Facet grid</vt:lpstr>
      <vt:lpstr>Trend lines</vt:lpstr>
      <vt:lpstr>Bar charts with seaborn</vt:lpstr>
      <vt:lpstr>Bar charts with seaborn</vt:lpstr>
      <vt:lpstr>Bar charts with seaborn</vt:lpstr>
      <vt:lpstr>Recap</vt:lpstr>
      <vt:lpstr>To-do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Baca Obando, Jafet</cp:lastModifiedBy>
  <cp:revision>5</cp:revision>
  <dcterms:modified xsi:type="dcterms:W3CDTF">2025-10-10T13:08:13Z</dcterms:modified>
</cp:coreProperties>
</file>