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1" r:id="rId3"/>
    <p:sldId id="305" r:id="rId4"/>
    <p:sldId id="303" r:id="rId5"/>
    <p:sldId id="304" r:id="rId6"/>
    <p:sldId id="267" r:id="rId7"/>
    <p:sldId id="290" r:id="rId8"/>
    <p:sldId id="269" r:id="rId9"/>
    <p:sldId id="291" r:id="rId10"/>
    <p:sldId id="298" r:id="rId11"/>
    <p:sldId id="299" r:id="rId12"/>
    <p:sldId id="300" r:id="rId13"/>
    <p:sldId id="302" r:id="rId14"/>
    <p:sldId id="288" r:id="rId15"/>
    <p:sldId id="272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97CA43-3962-4B32-8598-ECA9A66EA419}" v="1" dt="2025-10-24T13:24:21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0-24T13:24:28.432" v="10454" actId="47"/>
      <pc:docMkLst>
        <pc:docMk/>
      </pc:docMkLst>
      <pc:sldChg chg="modSp mod">
        <pc:chgData name="Jafet Baca" userId="e9aa8a7d9ee7777b" providerId="LiveId" clId="{891FC043-2C73-4761-9DD1-747827663B49}" dt="2025-10-02T02:27:40.792" v="8795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0-02T02:27:40.792" v="8795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10-02T21:29:18.450" v="9032" actId="20577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09-25T16:39:43.260" v="7539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10-02T21:29:18.450" v="9032" actId="20577"/>
          <ac:spMkLst>
            <pc:docMk/>
            <pc:sldMk cId="146951357" sldId="267"/>
            <ac:spMk id="79" creationId="{7AC259C7-7C69-CD15-506A-04F6FA3D61AA}"/>
          </ac:spMkLst>
        </pc:spChg>
        <pc:picChg chg="add mod">
          <ac:chgData name="Jafet Baca" userId="e9aa8a7d9ee7777b" providerId="LiveId" clId="{891FC043-2C73-4761-9DD1-747827663B49}" dt="2025-10-02T21:29:06.231" v="9014" actId="1035"/>
          <ac:picMkLst>
            <pc:docMk/>
            <pc:sldMk cId="146951357" sldId="267"/>
            <ac:picMk id="4" creationId="{F2D38A7B-630F-48C6-57D9-B25D32AB9AC7}"/>
          </ac:picMkLst>
        </pc:picChg>
        <pc:picChg chg="add mod">
          <ac:chgData name="Jafet Baca" userId="e9aa8a7d9ee7777b" providerId="LiveId" clId="{891FC043-2C73-4761-9DD1-747827663B49}" dt="2025-10-02T21:28:33.772" v="8978" actId="1035"/>
          <ac:picMkLst>
            <pc:docMk/>
            <pc:sldMk cId="146951357" sldId="267"/>
            <ac:picMk id="7" creationId="{0786D9A3-51DE-24B8-5FAF-7C71149FDCFF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mod">
        <pc:chgData name="Jafet Baca" userId="e9aa8a7d9ee7777b" providerId="LiveId" clId="{891FC043-2C73-4761-9DD1-747827663B49}" dt="2025-10-02T21:32:15.884" v="9110" actId="1076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10-02T21:31:14.361" v="9105" actId="114"/>
          <ac:spMkLst>
            <pc:docMk/>
            <pc:sldMk cId="1016271269" sldId="269"/>
            <ac:spMk id="2" creationId="{D7DD60EF-6E1E-4BBD-E087-F6BF07ABD533}"/>
          </ac:spMkLst>
        </pc:spChg>
        <pc:picChg chg="add mod">
          <ac:chgData name="Jafet Baca" userId="e9aa8a7d9ee7777b" providerId="LiveId" clId="{891FC043-2C73-4761-9DD1-747827663B49}" dt="2025-10-02T21:32:15.884" v="9110" actId="1076"/>
          <ac:picMkLst>
            <pc:docMk/>
            <pc:sldMk cId="1016271269" sldId="269"/>
            <ac:picMk id="6" creationId="{3C7A75D6-20FE-78A7-9972-660F126704DB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10-02T21:52:44.660" v="9672" actId="6549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0-02T21:52:44.660" v="9672" actId="6549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del mod">
        <pc:chgData name="Jafet Baca" userId="e9aa8a7d9ee7777b" providerId="LiveId" clId="{891FC043-2C73-4761-9DD1-747827663B49}" dt="2025-10-02T21:56:01.544" v="9832" actId="47"/>
        <pc:sldMkLst>
          <pc:docMk/>
          <pc:sldMk cId="1467760601" sldId="275"/>
        </pc:sldMkLst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del mod ord">
        <pc:chgData name="Jafet Baca" userId="e9aa8a7d9ee7777b" providerId="LiveId" clId="{891FC043-2C73-4761-9DD1-747827663B49}" dt="2025-10-02T21:37:18.078" v="9205" actId="47"/>
        <pc:sldMkLst>
          <pc:docMk/>
          <pc:sldMk cId="101706889" sldId="287"/>
        </pc:sldMkLst>
      </pc:sldChg>
      <pc:sldChg chg="addSp delSp modSp new mod">
        <pc:chgData name="Jafet Baca" userId="e9aa8a7d9ee7777b" providerId="LiveId" clId="{891FC043-2C73-4761-9DD1-747827663B49}" dt="2025-10-03T12:43:20.713" v="10326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10-03T12:43:20.713" v="10326" actId="20577"/>
          <ac:spMkLst>
            <pc:docMk/>
            <pc:sldMk cId="3707435978" sldId="288"/>
            <ac:spMk id="2" creationId="{BD0F855F-63C4-5E5B-F8A7-FDB812AA2D35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mod">
        <pc:chgData name="Jafet Baca" userId="e9aa8a7d9ee7777b" providerId="LiveId" clId="{891FC043-2C73-4761-9DD1-747827663B49}" dt="2025-10-02T21:30:37.811" v="9067" actId="1076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09-25T16:43:21.685" v="7566" actId="5793"/>
          <ac:spMkLst>
            <pc:docMk/>
            <pc:sldMk cId="377898415" sldId="290"/>
            <ac:spMk id="2" creationId="{C5ED294F-26CC-8AA1-1DBB-B20A222C17AA}"/>
          </ac:spMkLst>
        </pc:spChg>
        <pc:spChg chg="mod">
          <ac:chgData name="Jafet Baca" userId="e9aa8a7d9ee7777b" providerId="LiveId" clId="{891FC043-2C73-4761-9DD1-747827663B49}" dt="2025-10-02T21:29:35.813" v="9064" actId="20577"/>
          <ac:spMkLst>
            <pc:docMk/>
            <pc:sldMk cId="377898415" sldId="290"/>
            <ac:spMk id="3" creationId="{F7ED4B6A-92A6-2C23-3A99-AB7995DDF26F}"/>
          </ac:spMkLst>
        </pc:spChg>
        <pc:picChg chg="add mod">
          <ac:chgData name="Jafet Baca" userId="e9aa8a7d9ee7777b" providerId="LiveId" clId="{891FC043-2C73-4761-9DD1-747827663B49}" dt="2025-10-02T21:30:37.811" v="9067" actId="1076"/>
          <ac:picMkLst>
            <pc:docMk/>
            <pc:sldMk cId="377898415" sldId="290"/>
            <ac:picMk id="5" creationId="{D0E0ED9B-9DAC-AB1E-2308-7C09DC36C8C9}"/>
          </ac:picMkLst>
        </pc:picChg>
      </pc:sldChg>
      <pc:sldChg chg="addSp delSp modSp new mod">
        <pc:chgData name="Jafet Baca" userId="e9aa8a7d9ee7777b" providerId="LiveId" clId="{891FC043-2C73-4761-9DD1-747827663B49}" dt="2025-10-02T21:37:01.062" v="9186" actId="732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10-02T21:36:45.721" v="9183" actId="113"/>
          <ac:spMkLst>
            <pc:docMk/>
            <pc:sldMk cId="2000719285" sldId="291"/>
            <ac:spMk id="3" creationId="{396C7398-E4EC-C1F5-2FE8-FF55CA84C4E3}"/>
          </ac:spMkLst>
        </pc:spChg>
        <pc:picChg chg="add mod modCrop">
          <ac:chgData name="Jafet Baca" userId="e9aa8a7d9ee7777b" providerId="LiveId" clId="{891FC043-2C73-4761-9DD1-747827663B49}" dt="2025-10-02T21:37:01.062" v="9186" actId="732"/>
          <ac:picMkLst>
            <pc:docMk/>
            <pc:sldMk cId="2000719285" sldId="291"/>
            <ac:picMk id="4" creationId="{47F19313-4ED8-9DDB-135D-3D7329683822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del mod">
        <pc:chgData name="Jafet Baca" userId="e9aa8a7d9ee7777b" providerId="LiveId" clId="{891FC043-2C73-4761-9DD1-747827663B49}" dt="2025-10-02T21:37:18.844" v="9206" actId="47"/>
        <pc:sldMkLst>
          <pc:docMk/>
          <pc:sldMk cId="1632656041" sldId="295"/>
        </pc:sldMkLst>
      </pc:sldChg>
      <pc:sldChg chg="addSp delSp modSp new del mod">
        <pc:chgData name="Jafet Baca" userId="e9aa8a7d9ee7777b" providerId="LiveId" clId="{891FC043-2C73-4761-9DD1-747827663B49}" dt="2025-10-02T21:37:28.460" v="9207" actId="47"/>
        <pc:sldMkLst>
          <pc:docMk/>
          <pc:sldMk cId="973623954" sldId="296"/>
        </pc:sldMkLst>
      </pc:sldChg>
      <pc:sldChg chg="addSp delSp modSp add del mod">
        <pc:chgData name="Jafet Baca" userId="e9aa8a7d9ee7777b" providerId="LiveId" clId="{891FC043-2C73-4761-9DD1-747827663B49}" dt="2025-10-02T21:37:29.253" v="9208" actId="47"/>
        <pc:sldMkLst>
          <pc:docMk/>
          <pc:sldMk cId="3141762190" sldId="297"/>
        </pc:sldMkLst>
      </pc:sldChg>
      <pc:sldChg chg="modSp new mod">
        <pc:chgData name="Jafet Baca" userId="e9aa8a7d9ee7777b" providerId="LiveId" clId="{891FC043-2C73-4761-9DD1-747827663B49}" dt="2025-10-02T21:41:02.140" v="9266" actId="113"/>
        <pc:sldMkLst>
          <pc:docMk/>
          <pc:sldMk cId="2402855951" sldId="298"/>
        </pc:sldMkLst>
        <pc:spChg chg="mod">
          <ac:chgData name="Jafet Baca" userId="e9aa8a7d9ee7777b" providerId="LiveId" clId="{891FC043-2C73-4761-9DD1-747827663B49}" dt="2025-10-02T21:41:02.140" v="9266" actId="113"/>
          <ac:spMkLst>
            <pc:docMk/>
            <pc:sldMk cId="2402855951" sldId="298"/>
            <ac:spMk id="2" creationId="{950B288E-9D50-F73A-0ACF-0B483FFD4A71}"/>
          </ac:spMkLst>
        </pc:spChg>
        <pc:spChg chg="mod">
          <ac:chgData name="Jafet Baca" userId="e9aa8a7d9ee7777b" providerId="LiveId" clId="{891FC043-2C73-4761-9DD1-747827663B49}" dt="2025-10-02T21:37:43.477" v="9223" actId="20577"/>
          <ac:spMkLst>
            <pc:docMk/>
            <pc:sldMk cId="2402855951" sldId="298"/>
            <ac:spMk id="3" creationId="{E22B49AE-BB10-9C7F-0195-25CAA155A20E}"/>
          </ac:spMkLst>
        </pc:spChg>
      </pc:sldChg>
      <pc:sldChg chg="addSp delSp modSp new mod chgLayout">
        <pc:chgData name="Jafet Baca" userId="e9aa8a7d9ee7777b" providerId="LiveId" clId="{891FC043-2C73-4761-9DD1-747827663B49}" dt="2025-10-02T21:45:02.706" v="9295" actId="700"/>
        <pc:sldMkLst>
          <pc:docMk/>
          <pc:sldMk cId="2891670457" sldId="299"/>
        </pc:sldMkLst>
        <pc:spChg chg="mod ord">
          <ac:chgData name="Jafet Baca" userId="e9aa8a7d9ee7777b" providerId="LiveId" clId="{891FC043-2C73-4761-9DD1-747827663B49}" dt="2025-10-02T21:45:02.706" v="9295" actId="700"/>
          <ac:spMkLst>
            <pc:docMk/>
            <pc:sldMk cId="2891670457" sldId="299"/>
            <ac:spMk id="3" creationId="{940711DB-65D2-144B-D012-1EA1C0E08760}"/>
          </ac:spMkLst>
        </pc:spChg>
        <pc:spChg chg="add mod ord">
          <ac:chgData name="Jafet Baca" userId="e9aa8a7d9ee7777b" providerId="LiveId" clId="{891FC043-2C73-4761-9DD1-747827663B49}" dt="2025-10-02T21:45:02.706" v="9295" actId="700"/>
          <ac:spMkLst>
            <pc:docMk/>
            <pc:sldMk cId="2891670457" sldId="299"/>
            <ac:spMk id="5" creationId="{BFD2B27D-85B5-789D-2BEE-54249176AF5D}"/>
          </ac:spMkLst>
        </pc:spChg>
        <pc:picChg chg="add mod">
          <ac:chgData name="Jafet Baca" userId="e9aa8a7d9ee7777b" providerId="LiveId" clId="{891FC043-2C73-4761-9DD1-747827663B49}" dt="2025-10-02T21:41:46.490" v="9294" actId="1076"/>
          <ac:picMkLst>
            <pc:docMk/>
            <pc:sldMk cId="2891670457" sldId="299"/>
            <ac:picMk id="4" creationId="{3F6793A5-870C-ECFB-CF3F-83419203785F}"/>
          </ac:picMkLst>
        </pc:picChg>
      </pc:sldChg>
      <pc:sldChg chg="addSp delSp modSp new mod chgLayout">
        <pc:chgData name="Jafet Baca" userId="e9aa8a7d9ee7777b" providerId="LiveId" clId="{891FC043-2C73-4761-9DD1-747827663B49}" dt="2025-10-02T21:49:56.903" v="9519" actId="113"/>
        <pc:sldMkLst>
          <pc:docMk/>
          <pc:sldMk cId="59975748" sldId="300"/>
        </pc:sldMkLst>
        <pc:spChg chg="mod ord">
          <ac:chgData name="Jafet Baca" userId="e9aa8a7d9ee7777b" providerId="LiveId" clId="{891FC043-2C73-4761-9DD1-747827663B49}" dt="2025-10-02T21:46:34.962" v="9374" actId="20577"/>
          <ac:spMkLst>
            <pc:docMk/>
            <pc:sldMk cId="59975748" sldId="300"/>
            <ac:spMk id="3" creationId="{50720449-9C3A-B805-CF36-9616B142CB81}"/>
          </ac:spMkLst>
        </pc:spChg>
        <pc:spChg chg="add mod ord">
          <ac:chgData name="Jafet Baca" userId="e9aa8a7d9ee7777b" providerId="LiveId" clId="{891FC043-2C73-4761-9DD1-747827663B49}" dt="2025-10-02T21:49:56.903" v="9519" actId="113"/>
          <ac:spMkLst>
            <pc:docMk/>
            <pc:sldMk cId="59975748" sldId="300"/>
            <ac:spMk id="4" creationId="{6B9CAF37-74F3-B10E-3D5D-F2C7AB539485}"/>
          </ac:spMkLst>
        </pc:spChg>
      </pc:sldChg>
      <pc:sldChg chg="addSp delSp modSp new mod ord modClrScheme chgLayout">
        <pc:chgData name="Jafet Baca" userId="e9aa8a7d9ee7777b" providerId="LiveId" clId="{891FC043-2C73-4761-9DD1-747827663B49}" dt="2025-10-02T21:55:58.894" v="9831" actId="20577"/>
        <pc:sldMkLst>
          <pc:docMk/>
          <pc:sldMk cId="857497383" sldId="301"/>
        </pc:sldMkLst>
        <pc:spChg chg="mod">
          <ac:chgData name="Jafet Baca" userId="e9aa8a7d9ee7777b" providerId="LiveId" clId="{891FC043-2C73-4761-9DD1-747827663B49}" dt="2025-10-02T21:55:58.894" v="9831" actId="20577"/>
          <ac:spMkLst>
            <pc:docMk/>
            <pc:sldMk cId="857497383" sldId="301"/>
            <ac:spMk id="3" creationId="{03C2045C-D916-0E51-4C93-1BB30DD2C7B2}"/>
          </ac:spMkLst>
        </pc:spChg>
        <pc:graphicFrameChg chg="add mod modGraphic">
          <ac:chgData name="Jafet Baca" userId="e9aa8a7d9ee7777b" providerId="LiveId" clId="{891FC043-2C73-4761-9DD1-747827663B49}" dt="2025-10-02T21:55:45.342" v="9817" actId="12385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mod">
        <pc:chgData name="Jafet Baca" userId="e9aa8a7d9ee7777b" providerId="LiveId" clId="{891FC043-2C73-4761-9DD1-747827663B49}" dt="2025-10-02T21:51:02.331" v="9620" actId="1076"/>
        <pc:sldMkLst>
          <pc:docMk/>
          <pc:sldMk cId="2550378765" sldId="302"/>
        </pc:sldMkLst>
        <pc:spChg chg="mod">
          <ac:chgData name="Jafet Baca" userId="e9aa8a7d9ee7777b" providerId="LiveId" clId="{891FC043-2C73-4761-9DD1-747827663B49}" dt="2025-10-02T21:50:36.538" v="9616" actId="20577"/>
          <ac:spMkLst>
            <pc:docMk/>
            <pc:sldMk cId="2550378765" sldId="302"/>
            <ac:spMk id="3" creationId="{9C9C2C1C-809D-9FAF-6DA9-760C50D1A097}"/>
          </ac:spMkLst>
        </pc:spChg>
        <pc:picChg chg="add mod">
          <ac:chgData name="Jafet Baca" userId="e9aa8a7d9ee7777b" providerId="LiveId" clId="{891FC043-2C73-4761-9DD1-747827663B49}" dt="2025-10-02T21:51:02.331" v="9620" actId="1076"/>
          <ac:picMkLst>
            <pc:docMk/>
            <pc:sldMk cId="2550378765" sldId="302"/>
            <ac:picMk id="5" creationId="{1EB0AFAF-12FF-60D2-048B-4DA324DA0CA5}"/>
          </ac:picMkLst>
        </pc:picChg>
      </pc:sldChg>
      <pc:sldChg chg="addSp delSp modSp new mod modClrScheme chgLayout">
        <pc:chgData name="Jafet Baca" userId="e9aa8a7d9ee7777b" providerId="LiveId" clId="{891FC043-2C73-4761-9DD1-747827663B49}" dt="2025-10-02T22:02:09.281" v="10142" actId="33524"/>
        <pc:sldMkLst>
          <pc:docMk/>
          <pc:sldMk cId="2613198817" sldId="303"/>
        </pc:sldMkLst>
        <pc:spChg chg="mod">
          <ac:chgData name="Jafet Baca" userId="e9aa8a7d9ee7777b" providerId="LiveId" clId="{891FC043-2C73-4761-9DD1-747827663B49}" dt="2025-10-02T21:56:32.776" v="9859" actId="20577"/>
          <ac:spMkLst>
            <pc:docMk/>
            <pc:sldMk cId="2613198817" sldId="303"/>
            <ac:spMk id="3" creationId="{5AC1F72B-5195-108E-1722-63992ED760B9}"/>
          </ac:spMkLst>
        </pc:spChg>
        <pc:graphicFrameChg chg="add mod modGraphic">
          <ac:chgData name="Jafet Baca" userId="e9aa8a7d9ee7777b" providerId="LiveId" clId="{891FC043-2C73-4761-9DD1-747827663B49}" dt="2025-10-02T22:02:09.281" v="10142" actId="33524"/>
          <ac:graphicFrameMkLst>
            <pc:docMk/>
            <pc:sldMk cId="2613198817" sldId="303"/>
            <ac:graphicFrameMk id="7" creationId="{C63BB8CE-DBF9-DC65-C081-F7243C9DC5A3}"/>
          </ac:graphicFrameMkLst>
        </pc:graphicFrameChg>
      </pc:sldChg>
      <pc:sldChg chg="addSp delSp modSp new mod setBg">
        <pc:chgData name="Jafet Baca" userId="e9aa8a7d9ee7777b" providerId="LiveId" clId="{891FC043-2C73-4761-9DD1-747827663B49}" dt="2025-10-02T22:03:28.404" v="10153" actId="1076"/>
        <pc:sldMkLst>
          <pc:docMk/>
          <pc:sldMk cId="3975676099" sldId="304"/>
        </pc:sldMkLst>
        <pc:picChg chg="add mod">
          <ac:chgData name="Jafet Baca" userId="e9aa8a7d9ee7777b" providerId="LiveId" clId="{891FC043-2C73-4761-9DD1-747827663B49}" dt="2025-10-02T22:03:28.404" v="10153" actId="1076"/>
          <ac:picMkLst>
            <pc:docMk/>
            <pc:sldMk cId="3975676099" sldId="304"/>
            <ac:picMk id="7" creationId="{2C978F83-31C5-BDA0-22D8-9991414C12CC}"/>
          </ac:picMkLst>
        </pc:picChg>
      </pc:sldChg>
      <pc:sldChg chg="modSp new del mod">
        <pc:chgData name="Jafet Baca" userId="e9aa8a7d9ee7777b" providerId="LiveId" clId="{891FC043-2C73-4761-9DD1-747827663B49}" dt="2025-10-03T12:42:21.456" v="10171" actId="2696"/>
        <pc:sldMkLst>
          <pc:docMk/>
          <pc:sldMk cId="2839240665" sldId="305"/>
        </pc:sldMkLst>
      </pc:sldChg>
      <pc:sldChg chg="addSp modSp new mod ord">
        <pc:chgData name="Jafet Baca" userId="e9aa8a7d9ee7777b" providerId="LiveId" clId="{891FC043-2C73-4761-9DD1-747827663B49}" dt="2025-10-03T12:46:09.484" v="10452" actId="1076"/>
        <pc:sldMkLst>
          <pc:docMk/>
          <pc:sldMk cId="3014189988" sldId="305"/>
        </pc:sldMkLst>
        <pc:spChg chg="mod">
          <ac:chgData name="Jafet Baca" userId="e9aa8a7d9ee7777b" providerId="LiveId" clId="{891FC043-2C73-4761-9DD1-747827663B49}" dt="2025-10-03T12:45:59.347" v="10448" actId="5793"/>
          <ac:spMkLst>
            <pc:docMk/>
            <pc:sldMk cId="3014189988" sldId="305"/>
            <ac:spMk id="2" creationId="{576CED84-9517-F774-98CF-00BFA9CE59A5}"/>
          </ac:spMkLst>
        </pc:spChg>
        <pc:spChg chg="mod">
          <ac:chgData name="Jafet Baca" userId="e9aa8a7d9ee7777b" providerId="LiveId" clId="{891FC043-2C73-4761-9DD1-747827663B49}" dt="2025-10-03T12:44:19.138" v="10347" actId="20577"/>
          <ac:spMkLst>
            <pc:docMk/>
            <pc:sldMk cId="3014189988" sldId="305"/>
            <ac:spMk id="3" creationId="{FDD21567-983B-D223-066C-F8E49A5ED1AB}"/>
          </ac:spMkLst>
        </pc:spChg>
        <pc:picChg chg="add mod">
          <ac:chgData name="Jafet Baca" userId="e9aa8a7d9ee7777b" providerId="LiveId" clId="{891FC043-2C73-4761-9DD1-747827663B49}" dt="2025-10-03T12:46:09.484" v="10452" actId="1076"/>
          <ac:picMkLst>
            <pc:docMk/>
            <pc:sldMk cId="3014189988" sldId="305"/>
            <ac:picMk id="5" creationId="{38BF1393-9988-473D-94E1-3929332DD649}"/>
          </ac:picMkLst>
        </pc:picChg>
      </pc:sldChg>
      <pc:sldChg chg="add del setBg">
        <pc:chgData name="Jafet Baca" userId="e9aa8a7d9ee7777b" providerId="LiveId" clId="{891FC043-2C73-4761-9DD1-747827663B49}" dt="2025-10-24T13:24:28.432" v="10454" actId="47"/>
        <pc:sldMkLst>
          <pc:docMk/>
          <pc:sldMk cId="2372634473" sldId="306"/>
        </pc:sldMkLst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98ADC-2438-44FA-87B7-6F255B40D8E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F6F47-DBD3-455A-923F-55B4075B93A5}">
      <dgm:prSet custT="1"/>
      <dgm:spPr/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Integrated Public Use Microdata Series​</a:t>
          </a:r>
        </a:p>
      </dgm:t>
    </dgm:pt>
    <dgm:pt modelId="{0CE3BA89-3DA9-4DED-A9A3-002558AAD921}" type="parTrans" cxnId="{BD576C56-7ECE-411E-B407-0E0EBC7CBECF}">
      <dgm:prSet/>
      <dgm:spPr/>
      <dgm:t>
        <a:bodyPr/>
        <a:lstStyle/>
        <a:p>
          <a:endParaRPr lang="en-US"/>
        </a:p>
      </dgm:t>
    </dgm:pt>
    <dgm:pt modelId="{3FFF324C-9F29-4D1A-A975-3E5021D765DB}" type="sibTrans" cxnId="{BD576C56-7ECE-411E-B407-0E0EBC7CBEC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57B96FC-7541-44DF-8F25-988F72C1FB3F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200" b="0" i="0" dirty="0"/>
            <a:t>Operated by the University of Minnesota</a:t>
          </a:r>
        </a:p>
      </dgm:t>
    </dgm:pt>
    <dgm:pt modelId="{B7D027EE-E774-461B-8210-005943914E77}" type="parTrans" cxnId="{F2B3C82D-7A1B-42DE-A461-D458AA7D225E}">
      <dgm:prSet/>
      <dgm:spPr/>
      <dgm:t>
        <a:bodyPr/>
        <a:lstStyle/>
        <a:p>
          <a:endParaRPr lang="en-US"/>
        </a:p>
      </dgm:t>
    </dgm:pt>
    <dgm:pt modelId="{220B34B8-2807-4A7A-83F8-7D57755F8B53}" type="sibTrans" cxnId="{F2B3C82D-7A1B-42DE-A461-D458AA7D225E}">
      <dgm:prSet/>
      <dgm:spPr/>
      <dgm:t>
        <a:bodyPr/>
        <a:lstStyle/>
        <a:p>
          <a:endParaRPr lang="en-US"/>
        </a:p>
      </dgm:t>
    </dgm:pt>
    <dgm:pt modelId="{AEA8FD14-BBEB-4DFC-852D-FE439ADED79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dirty="0"/>
            <a:t>Core mission: data harmonization</a:t>
          </a:r>
        </a:p>
      </dgm:t>
    </dgm:pt>
    <dgm:pt modelId="{18355461-C230-45BA-9901-0EFB21B2A3D2}" type="parTrans" cxnId="{20054440-36D1-4F35-9E50-67D5DA0050FB}">
      <dgm:prSet/>
      <dgm:spPr/>
      <dgm:t>
        <a:bodyPr/>
        <a:lstStyle/>
        <a:p>
          <a:endParaRPr lang="en-US"/>
        </a:p>
      </dgm:t>
    </dgm:pt>
    <dgm:pt modelId="{F3800E18-890A-401C-A58D-6AE4D10194F2}" type="sibTrans" cxnId="{20054440-36D1-4F35-9E50-67D5DA0050F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61FD056-3209-4F3D-8B44-8C2732169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IPUMS takes datasets that were originally collected with different questions, codes, and variable names and makes them consistent. Lots of recoding!</a:t>
          </a:r>
          <a:endParaRPr lang="en-US" dirty="0"/>
        </a:p>
      </dgm:t>
    </dgm:pt>
    <dgm:pt modelId="{7E360730-65AC-4A0A-BDA2-B1D01A609FC1}" type="parTrans" cxnId="{754B8FC6-8F4F-40F8-A2DE-A50B03B484C7}">
      <dgm:prSet/>
      <dgm:spPr/>
      <dgm:t>
        <a:bodyPr/>
        <a:lstStyle/>
        <a:p>
          <a:endParaRPr lang="en-US"/>
        </a:p>
      </dgm:t>
    </dgm:pt>
    <dgm:pt modelId="{39CAA70E-07C4-47EA-B665-02F970C38563}" type="sibTrans" cxnId="{754B8FC6-8F4F-40F8-A2DE-A50B03B484C7}">
      <dgm:prSet/>
      <dgm:spPr/>
      <dgm:t>
        <a:bodyPr/>
        <a:lstStyle/>
        <a:p>
          <a:endParaRPr lang="en-US"/>
        </a:p>
      </dgm:t>
    </dgm:pt>
    <dgm:pt modelId="{737E258E-ED01-4654-87D3-73347621F773}">
      <dgm:prSet custT="1"/>
      <dgm:spPr/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Free access!​</a:t>
          </a:r>
        </a:p>
      </dgm:t>
    </dgm:pt>
    <dgm:pt modelId="{F8B82A67-E755-4324-BA38-E07456F22A48}" type="parTrans" cxnId="{CD0E71E5-3583-4690-ACA2-CC2EABD0B493}">
      <dgm:prSet/>
      <dgm:spPr/>
      <dgm:t>
        <a:bodyPr/>
        <a:lstStyle/>
        <a:p>
          <a:endParaRPr lang="en-US"/>
        </a:p>
      </dgm:t>
    </dgm:pt>
    <dgm:pt modelId="{F347DDFE-868F-49C0-B469-832E862A1E27}" type="sibTrans" cxnId="{CD0E71E5-3583-4690-ACA2-CC2EABD0B493}">
      <dgm:prSet/>
      <dgm:spPr/>
      <dgm:t>
        <a:bodyPr/>
        <a:lstStyle/>
        <a:p>
          <a:endParaRPr lang="en-US"/>
        </a:p>
      </dgm:t>
    </dgm:pt>
    <dgm:pt modelId="{6CEEDBC8-0E1F-4DF7-86A8-496B44671F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By providing access to detailed, anonymized individual-level data (microdata), IPUMS allows researchers to ask complex questions that can't be answered with aggregated summary tables. </a:t>
          </a:r>
          <a:endParaRPr lang="en-US" dirty="0"/>
        </a:p>
      </dgm:t>
    </dgm:pt>
    <dgm:pt modelId="{79D99926-C76B-43AF-BEC2-D2C9A13F627B}" type="parTrans" cxnId="{DE5EEF8C-F6A4-49F1-AC1C-9C0A1358859F}">
      <dgm:prSet/>
      <dgm:spPr/>
      <dgm:t>
        <a:bodyPr/>
        <a:lstStyle/>
        <a:p>
          <a:endParaRPr lang="en-US"/>
        </a:p>
      </dgm:t>
    </dgm:pt>
    <dgm:pt modelId="{EEA21150-C0F3-4A33-82EE-05F89F73B4F7}" type="sibTrans" cxnId="{DE5EEF8C-F6A4-49F1-AC1C-9C0A1358859F}">
      <dgm:prSet/>
      <dgm:spPr/>
      <dgm:t>
        <a:bodyPr/>
        <a:lstStyle/>
        <a:p>
          <a:endParaRPr lang="en-US"/>
        </a:p>
      </dgm:t>
    </dgm:pt>
    <dgm:pt modelId="{5A10291D-C6E8-4011-B0AA-D59BD92802EC}" type="pres">
      <dgm:prSet presAssocID="{29798ADC-2438-44FA-87B7-6F255B40D8E7}" presName="Name0" presStyleCnt="0">
        <dgm:presLayoutVars>
          <dgm:dir/>
          <dgm:resizeHandles val="exact"/>
        </dgm:presLayoutVars>
      </dgm:prSet>
      <dgm:spPr/>
    </dgm:pt>
    <dgm:pt modelId="{D16F64AD-1ADD-4588-B59A-519E5B298DE8}" type="pres">
      <dgm:prSet presAssocID="{ACBF6F47-DBD3-455A-923F-55B4075B93A5}" presName="compNode" presStyleCnt="0"/>
      <dgm:spPr/>
    </dgm:pt>
    <dgm:pt modelId="{8B230299-DC8F-4E06-8F34-A7537611CAF7}" type="pres">
      <dgm:prSet presAssocID="{ACBF6F47-DBD3-455A-923F-55B4075B93A5}" presName="pictRect" presStyleLbl="revTx" presStyleIdx="0" presStyleCnt="6">
        <dgm:presLayoutVars>
          <dgm:chMax val="0"/>
          <dgm:bulletEnabled/>
        </dgm:presLayoutVars>
      </dgm:prSet>
      <dgm:spPr/>
    </dgm:pt>
    <dgm:pt modelId="{EA4BA5CC-560C-4CAB-904D-BA98F74D6A00}" type="pres">
      <dgm:prSet presAssocID="{ACBF6F47-DBD3-455A-923F-55B4075B93A5}" presName="textRect" presStyleLbl="revTx" presStyleIdx="1" presStyleCnt="6">
        <dgm:presLayoutVars>
          <dgm:bulletEnabled/>
        </dgm:presLayoutVars>
      </dgm:prSet>
      <dgm:spPr/>
    </dgm:pt>
    <dgm:pt modelId="{CB361BD5-B87A-4ED5-AC2F-8EFF44053CE9}" type="pres">
      <dgm:prSet presAssocID="{3FFF324C-9F29-4D1A-A975-3E5021D765DB}" presName="sibTrans" presStyleLbl="sibTrans2D1" presStyleIdx="0" presStyleCnt="0"/>
      <dgm:spPr/>
    </dgm:pt>
    <dgm:pt modelId="{33B1EDBE-0694-4F2C-8FF7-404843A063D1}" type="pres">
      <dgm:prSet presAssocID="{AEA8FD14-BBEB-4DFC-852D-FE439ADED793}" presName="compNode" presStyleCnt="0"/>
      <dgm:spPr/>
    </dgm:pt>
    <dgm:pt modelId="{FA10915D-F748-462E-9F58-2A7B6A1469B9}" type="pres">
      <dgm:prSet presAssocID="{AEA8FD14-BBEB-4DFC-852D-FE439ADED793}" presName="pictRect" presStyleLbl="revTx" presStyleIdx="2" presStyleCnt="6">
        <dgm:presLayoutVars>
          <dgm:chMax val="0"/>
          <dgm:bulletEnabled/>
        </dgm:presLayoutVars>
      </dgm:prSet>
      <dgm:spPr/>
    </dgm:pt>
    <dgm:pt modelId="{B7380C02-1D68-4B48-BBD9-18AED86E59E1}" type="pres">
      <dgm:prSet presAssocID="{AEA8FD14-BBEB-4DFC-852D-FE439ADED793}" presName="textRect" presStyleLbl="revTx" presStyleIdx="3" presStyleCnt="6">
        <dgm:presLayoutVars>
          <dgm:bulletEnabled/>
        </dgm:presLayoutVars>
      </dgm:prSet>
      <dgm:spPr/>
    </dgm:pt>
    <dgm:pt modelId="{D24E40EF-C74B-420A-A26C-B552FC5FDC7F}" type="pres">
      <dgm:prSet presAssocID="{F3800E18-890A-401C-A58D-6AE4D10194F2}" presName="sibTrans" presStyleLbl="sibTrans2D1" presStyleIdx="0" presStyleCnt="0"/>
      <dgm:spPr/>
    </dgm:pt>
    <dgm:pt modelId="{1BBAF274-39A3-4FDD-8B48-17C1EF4162E1}" type="pres">
      <dgm:prSet presAssocID="{737E258E-ED01-4654-87D3-73347621F773}" presName="compNode" presStyleCnt="0"/>
      <dgm:spPr/>
    </dgm:pt>
    <dgm:pt modelId="{1D630C7D-37C8-4718-9F17-CEE237421096}" type="pres">
      <dgm:prSet presAssocID="{737E258E-ED01-4654-87D3-73347621F773}" presName="pictRect" presStyleLbl="revTx" presStyleIdx="4" presStyleCnt="6">
        <dgm:presLayoutVars>
          <dgm:chMax val="0"/>
          <dgm:bulletEnabled/>
        </dgm:presLayoutVars>
      </dgm:prSet>
      <dgm:spPr/>
    </dgm:pt>
    <dgm:pt modelId="{4B581E4B-57DA-43A6-AD6F-70F890AA1A58}" type="pres">
      <dgm:prSet presAssocID="{737E258E-ED01-4654-87D3-73347621F773}" presName="textRect" presStyleLbl="revTx" presStyleIdx="5" presStyleCnt="6">
        <dgm:presLayoutVars>
          <dgm:bulletEnabled/>
        </dgm:presLayoutVars>
      </dgm:prSet>
      <dgm:spPr/>
    </dgm:pt>
  </dgm:ptLst>
  <dgm:cxnLst>
    <dgm:cxn modelId="{E9C93815-F014-4B85-85DA-A9860A3FF138}" type="presOf" srcId="{737E258E-ED01-4654-87D3-73347621F773}" destId="{1D630C7D-37C8-4718-9F17-CEE237421096}" srcOrd="0" destOrd="0" presId="urn:microsoft.com/office/officeart/2024/3/layout/hArchList1"/>
    <dgm:cxn modelId="{F2B3C82D-7A1B-42DE-A461-D458AA7D225E}" srcId="{ACBF6F47-DBD3-455A-923F-55B4075B93A5}" destId="{257B96FC-7541-44DF-8F25-988F72C1FB3F}" srcOrd="0" destOrd="0" parTransId="{B7D027EE-E774-461B-8210-005943914E77}" sibTransId="{220B34B8-2807-4A7A-83F8-7D57755F8B53}"/>
    <dgm:cxn modelId="{9F535E3A-F223-4BD0-8633-D3A4C3963996}" type="presOf" srcId="{B61FD056-3209-4F3D-8B44-8C27321699C1}" destId="{B7380C02-1D68-4B48-BBD9-18AED86E59E1}" srcOrd="0" destOrd="0" presId="urn:microsoft.com/office/officeart/2024/3/layout/hArchList1"/>
    <dgm:cxn modelId="{20054440-36D1-4F35-9E50-67D5DA0050FB}" srcId="{29798ADC-2438-44FA-87B7-6F255B40D8E7}" destId="{AEA8FD14-BBEB-4DFC-852D-FE439ADED793}" srcOrd="1" destOrd="0" parTransId="{18355461-C230-45BA-9901-0EFB21B2A3D2}" sibTransId="{F3800E18-890A-401C-A58D-6AE4D10194F2}"/>
    <dgm:cxn modelId="{19E0A26A-9CAF-4A4E-85B5-26E036BB2B78}" type="presOf" srcId="{ACBF6F47-DBD3-455A-923F-55B4075B93A5}" destId="{8B230299-DC8F-4E06-8F34-A7537611CAF7}" srcOrd="0" destOrd="0" presId="urn:microsoft.com/office/officeart/2024/3/layout/hArchList1"/>
    <dgm:cxn modelId="{91F8DC4C-1697-4116-A15F-1DEA3D763949}" type="presOf" srcId="{257B96FC-7541-44DF-8F25-988F72C1FB3F}" destId="{EA4BA5CC-560C-4CAB-904D-BA98F74D6A00}" srcOrd="0" destOrd="0" presId="urn:microsoft.com/office/officeart/2024/3/layout/hArchList1"/>
    <dgm:cxn modelId="{105FE44C-7FAE-49AF-9B3C-34217E6BD337}" type="presOf" srcId="{F3800E18-890A-401C-A58D-6AE4D10194F2}" destId="{D24E40EF-C74B-420A-A26C-B552FC5FDC7F}" srcOrd="0" destOrd="0" presId="urn:microsoft.com/office/officeart/2024/3/layout/hArchList1"/>
    <dgm:cxn modelId="{BD576C56-7ECE-411E-B407-0E0EBC7CBECF}" srcId="{29798ADC-2438-44FA-87B7-6F255B40D8E7}" destId="{ACBF6F47-DBD3-455A-923F-55B4075B93A5}" srcOrd="0" destOrd="0" parTransId="{0CE3BA89-3DA9-4DED-A9A3-002558AAD921}" sibTransId="{3FFF324C-9F29-4D1A-A975-3E5021D765DB}"/>
    <dgm:cxn modelId="{34894387-1844-49F6-9F0D-88D6D4CDB84E}" type="presOf" srcId="{3FFF324C-9F29-4D1A-A975-3E5021D765DB}" destId="{CB361BD5-B87A-4ED5-AC2F-8EFF44053CE9}" srcOrd="0" destOrd="0" presId="urn:microsoft.com/office/officeart/2024/3/layout/hArchList1"/>
    <dgm:cxn modelId="{DE5EEF8C-F6A4-49F1-AC1C-9C0A1358859F}" srcId="{737E258E-ED01-4654-87D3-73347621F773}" destId="{6CEEDBC8-0E1F-4DF7-86A8-496B44671F03}" srcOrd="0" destOrd="0" parTransId="{79D99926-C76B-43AF-BEC2-D2C9A13F627B}" sibTransId="{EEA21150-C0F3-4A33-82EE-05F89F73B4F7}"/>
    <dgm:cxn modelId="{5528DE90-3DD8-491D-B4DB-5D57304F1FD4}" type="presOf" srcId="{AEA8FD14-BBEB-4DFC-852D-FE439ADED793}" destId="{FA10915D-F748-462E-9F58-2A7B6A1469B9}" srcOrd="0" destOrd="0" presId="urn:microsoft.com/office/officeart/2024/3/layout/hArchList1"/>
    <dgm:cxn modelId="{3119A9A9-8E9D-4108-A140-FD3266A5F4D6}" type="presOf" srcId="{6CEEDBC8-0E1F-4DF7-86A8-496B44671F03}" destId="{4B581E4B-57DA-43A6-AD6F-70F890AA1A58}" srcOrd="0" destOrd="0" presId="urn:microsoft.com/office/officeart/2024/3/layout/hArchList1"/>
    <dgm:cxn modelId="{9B3AAAB8-E969-4A5A-9ADF-88CDB7A229B7}" type="presOf" srcId="{29798ADC-2438-44FA-87B7-6F255B40D8E7}" destId="{5A10291D-C6E8-4011-B0AA-D59BD92802EC}" srcOrd="0" destOrd="0" presId="urn:microsoft.com/office/officeart/2024/3/layout/hArchList1"/>
    <dgm:cxn modelId="{754B8FC6-8F4F-40F8-A2DE-A50B03B484C7}" srcId="{AEA8FD14-BBEB-4DFC-852D-FE439ADED793}" destId="{B61FD056-3209-4F3D-8B44-8C27321699C1}" srcOrd="0" destOrd="0" parTransId="{7E360730-65AC-4A0A-BDA2-B1D01A609FC1}" sibTransId="{39CAA70E-07C4-47EA-B665-02F970C38563}"/>
    <dgm:cxn modelId="{CD0E71E5-3583-4690-ACA2-CC2EABD0B493}" srcId="{29798ADC-2438-44FA-87B7-6F255B40D8E7}" destId="{737E258E-ED01-4654-87D3-73347621F773}" srcOrd="2" destOrd="0" parTransId="{F8B82A67-E755-4324-BA38-E07456F22A48}" sibTransId="{F347DDFE-868F-49C0-B469-832E862A1E27}"/>
    <dgm:cxn modelId="{87F12804-D730-4C57-87B4-B69EE6869197}" type="presParOf" srcId="{5A10291D-C6E8-4011-B0AA-D59BD92802EC}" destId="{D16F64AD-1ADD-4588-B59A-519E5B298DE8}" srcOrd="0" destOrd="0" presId="urn:microsoft.com/office/officeart/2024/3/layout/hArchList1"/>
    <dgm:cxn modelId="{D507BABC-9E7C-484D-B89A-5B2DF452CFD0}" type="presParOf" srcId="{D16F64AD-1ADD-4588-B59A-519E5B298DE8}" destId="{8B230299-DC8F-4E06-8F34-A7537611CAF7}" srcOrd="0" destOrd="0" presId="urn:microsoft.com/office/officeart/2024/3/layout/hArchList1"/>
    <dgm:cxn modelId="{A31FEF9E-343E-48EE-A3BC-E8279C6EA2AC}" type="presParOf" srcId="{D16F64AD-1ADD-4588-B59A-519E5B298DE8}" destId="{EA4BA5CC-560C-4CAB-904D-BA98F74D6A00}" srcOrd="1" destOrd="0" presId="urn:microsoft.com/office/officeart/2024/3/layout/hArchList1"/>
    <dgm:cxn modelId="{30C66935-9C78-4F85-87E4-ADB10600E78F}" type="presParOf" srcId="{5A10291D-C6E8-4011-B0AA-D59BD92802EC}" destId="{CB361BD5-B87A-4ED5-AC2F-8EFF44053CE9}" srcOrd="1" destOrd="0" presId="urn:microsoft.com/office/officeart/2024/3/layout/hArchList1"/>
    <dgm:cxn modelId="{15989E5A-218C-4A55-93CD-E4ED2A6FBB7E}" type="presParOf" srcId="{5A10291D-C6E8-4011-B0AA-D59BD92802EC}" destId="{33B1EDBE-0694-4F2C-8FF7-404843A063D1}" srcOrd="2" destOrd="0" presId="urn:microsoft.com/office/officeart/2024/3/layout/hArchList1"/>
    <dgm:cxn modelId="{361A69CE-E078-476C-89C0-5F57415A9A1B}" type="presParOf" srcId="{33B1EDBE-0694-4F2C-8FF7-404843A063D1}" destId="{FA10915D-F748-462E-9F58-2A7B6A1469B9}" srcOrd="0" destOrd="0" presId="urn:microsoft.com/office/officeart/2024/3/layout/hArchList1"/>
    <dgm:cxn modelId="{F80F738C-3B27-4E82-A4A4-0A29F473F241}" type="presParOf" srcId="{33B1EDBE-0694-4F2C-8FF7-404843A063D1}" destId="{B7380C02-1D68-4B48-BBD9-18AED86E59E1}" srcOrd="1" destOrd="0" presId="urn:microsoft.com/office/officeart/2024/3/layout/hArchList1"/>
    <dgm:cxn modelId="{CC782E88-661A-4035-893E-3F4F34CE4540}" type="presParOf" srcId="{5A10291D-C6E8-4011-B0AA-D59BD92802EC}" destId="{D24E40EF-C74B-420A-A26C-B552FC5FDC7F}" srcOrd="3" destOrd="0" presId="urn:microsoft.com/office/officeart/2024/3/layout/hArchList1"/>
    <dgm:cxn modelId="{D51DB8D9-0104-4D9F-9D98-B945A319BC0C}" type="presParOf" srcId="{5A10291D-C6E8-4011-B0AA-D59BD92802EC}" destId="{1BBAF274-39A3-4FDD-8B48-17C1EF4162E1}" srcOrd="4" destOrd="0" presId="urn:microsoft.com/office/officeart/2024/3/layout/hArchList1"/>
    <dgm:cxn modelId="{BCE55ACC-8FEB-4AEA-9AC5-A722DBB0598C}" type="presParOf" srcId="{1BBAF274-39A3-4FDD-8B48-17C1EF4162E1}" destId="{1D630C7D-37C8-4718-9F17-CEE237421096}" srcOrd="0" destOrd="0" presId="urn:microsoft.com/office/officeart/2024/3/layout/hArchList1"/>
    <dgm:cxn modelId="{E7356244-EB15-40CF-AC98-2BA084E95165}" type="presParOf" srcId="{1BBAF274-39A3-4FDD-8B48-17C1EF4162E1}" destId="{4B581E4B-57DA-43A6-AD6F-70F890AA1A5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30299-DC8F-4E06-8F34-A7537611CAF7}">
      <dsp:nvSpPr>
        <dsp:cNvPr id="0" name=""/>
        <dsp:cNvSpPr/>
      </dsp:nvSpPr>
      <dsp:spPr>
        <a:xfrm>
          <a:off x="0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Integrated Public Use Microdata Series​</a:t>
          </a:r>
        </a:p>
      </dsp:txBody>
      <dsp:txXfrm>
        <a:off x="0" y="0"/>
        <a:ext cx="2569406" cy="531136"/>
      </dsp:txXfrm>
    </dsp:sp>
    <dsp:sp modelId="{EA4BA5CC-560C-4CAB-904D-BA98F74D6A00}">
      <dsp:nvSpPr>
        <dsp:cNvPr id="0" name=""/>
        <dsp:cNvSpPr/>
      </dsp:nvSpPr>
      <dsp:spPr>
        <a:xfrm>
          <a:off x="0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Operated by the University of Minnesota</a:t>
          </a:r>
        </a:p>
      </dsp:txBody>
      <dsp:txXfrm>
        <a:off x="0" y="531136"/>
        <a:ext cx="2569406" cy="1327142"/>
      </dsp:txXfrm>
    </dsp:sp>
    <dsp:sp modelId="{FA10915D-F748-462E-9F58-2A7B6A1469B9}">
      <dsp:nvSpPr>
        <dsp:cNvPr id="0" name=""/>
        <dsp:cNvSpPr/>
      </dsp:nvSpPr>
      <dsp:spPr>
        <a:xfrm>
          <a:off x="2826346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Core mission: data harmonization</a:t>
          </a:r>
        </a:p>
      </dsp:txBody>
      <dsp:txXfrm>
        <a:off x="2826346" y="0"/>
        <a:ext cx="2569406" cy="531136"/>
      </dsp:txXfrm>
    </dsp:sp>
    <dsp:sp modelId="{B7380C02-1D68-4B48-BBD9-18AED86E59E1}">
      <dsp:nvSpPr>
        <dsp:cNvPr id="0" name=""/>
        <dsp:cNvSpPr/>
      </dsp:nvSpPr>
      <dsp:spPr>
        <a:xfrm>
          <a:off x="2826346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IPUMS takes datasets that were originally collected with different questions, codes, and variable names and makes them consistent. Lots of recoding!</a:t>
          </a:r>
          <a:endParaRPr lang="en-US" sz="1200" kern="1200" dirty="0"/>
        </a:p>
      </dsp:txBody>
      <dsp:txXfrm>
        <a:off x="2826346" y="531136"/>
        <a:ext cx="2569406" cy="1327142"/>
      </dsp:txXfrm>
    </dsp:sp>
    <dsp:sp modelId="{1D630C7D-37C8-4718-9F17-CEE237421096}">
      <dsp:nvSpPr>
        <dsp:cNvPr id="0" name=""/>
        <dsp:cNvSpPr/>
      </dsp:nvSpPr>
      <dsp:spPr>
        <a:xfrm>
          <a:off x="5652693" y="0"/>
          <a:ext cx="2569406" cy="5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rgbClr val="01598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Free access!​</a:t>
          </a:r>
        </a:p>
      </dsp:txBody>
      <dsp:txXfrm>
        <a:off x="5652693" y="0"/>
        <a:ext cx="2569406" cy="531136"/>
      </dsp:txXfrm>
    </dsp:sp>
    <dsp:sp modelId="{4B581E4B-57DA-43A6-AD6F-70F890AA1A58}">
      <dsp:nvSpPr>
        <dsp:cNvPr id="0" name=""/>
        <dsp:cNvSpPr/>
      </dsp:nvSpPr>
      <dsp:spPr>
        <a:xfrm>
          <a:off x="5652693" y="531136"/>
          <a:ext cx="2569406" cy="1327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By providing access to detailed, anonymized individual-level data (microdata), IPUMS allows researchers to ask complex questions that can't be answered with aggregated summary tables. </a:t>
          </a:r>
          <a:endParaRPr lang="en-US" sz="1200" kern="1200" dirty="0"/>
        </a:p>
      </dsp:txBody>
      <dsp:txXfrm>
        <a:off x="5652693" y="531136"/>
        <a:ext cx="2569406" cy="1327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6, Handling IPUMS data – 10/03/2025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5437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45704" y="1376148"/>
          <a:ext cx="3624593" cy="2391203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Roboto"/>
                        </a:rPr>
                        <a:t>Introduction to IPUMS</a:t>
                      </a:r>
                      <a:endParaRPr lang="en-US" sz="1800" b="0" i="0" u="none" strike="noStrike" cap="none" dirty="0">
                        <a:solidFill>
                          <a:schemeClr val="lt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Dummy variables</a:t>
                      </a:r>
                      <a:endParaRPr lang="en-US" sz="1800" b="0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Categorical variables</a:t>
                      </a:r>
                      <a:endParaRPr lang="en-US" sz="1800" b="0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2693992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6CED84-9517-F774-98CF-00BFA9CE5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6 and 7 of Data Exercise 3 will be worth extra credit if correct (2 points)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21567-983B-D223-066C-F8E49A5E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F1393-9988-473D-94E1-3929332D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55" y="2413417"/>
            <a:ext cx="5065490" cy="231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8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C1F72B-5195-108E-1722-63992ED7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00" y="658024"/>
            <a:ext cx="8222100" cy="19635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IPUMS?</a:t>
            </a:r>
          </a:p>
        </p:txBody>
      </p:sp>
      <p:graphicFrame>
        <p:nvGraphicFramePr>
          <p:cNvPr id="7" name="Text Placeholder 1">
            <a:extLst>
              <a:ext uri="{FF2B5EF4-FFF2-40B4-BE49-F238E27FC236}">
                <a16:creationId xmlns:a16="http://schemas.microsoft.com/office/drawing/2014/main" id="{C63BB8CE-DBF9-DC65-C081-F7243C9DC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37369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75500" y="2692021"/>
          <a:ext cx="8222100" cy="1913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19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978F83-31C5-BDA0-22D8-9991414C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6" y="148590"/>
            <a:ext cx="8064067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7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New package to find the path: </a:t>
            </a:r>
            <a:r>
              <a:rPr lang="en-US" b="1" dirty="0" err="1"/>
              <a:t>os</a:t>
            </a:r>
            <a:endParaRPr lang="en-US" b="1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 and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38A7B-630F-48C6-57D9-B25D32AB9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4" y="1849496"/>
            <a:ext cx="8173591" cy="98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86D9A3-51DE-24B8-5FAF-7C71149FD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04" y="3299383"/>
            <a:ext cx="817359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D294F-26CC-8AA1-1DBB-B20A222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D4B6A-92A6-2C23-3A99-AB7995D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0ED9B-9DAC-AB1E-2308-7C09DC36C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153" y="1615413"/>
            <a:ext cx="5969694" cy="307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101: Why is </a:t>
            </a:r>
            <a:r>
              <a:rPr lang="en-US" b="1" dirty="0"/>
              <a:t>age</a:t>
            </a:r>
            <a:r>
              <a:rPr lang="en-US" dirty="0"/>
              <a:t> an </a:t>
            </a:r>
            <a:r>
              <a:rPr lang="en-US" i="1" dirty="0"/>
              <a:t>object</a:t>
            </a:r>
            <a:r>
              <a:rPr lang="en-US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7A75D6-20FE-78A7-9972-660F12670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05" y="1439465"/>
            <a:ext cx="6380989" cy="313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Correcting issue with </a:t>
            </a:r>
            <a:r>
              <a:rPr lang="en-US" b="1" dirty="0"/>
              <a:t>.replace()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19313-4ED8-9DDB-135D-3D732968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829"/>
          <a:stretch>
            <a:fillRect/>
          </a:stretch>
        </p:blipFill>
        <p:spPr>
          <a:xfrm>
            <a:off x="472778" y="1809601"/>
            <a:ext cx="8221222" cy="21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0B288E-9D50-F73A-0ACF-0B483FFD4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Binary</a:t>
            </a:r>
            <a:r>
              <a:rPr lang="en-US" dirty="0"/>
              <a:t> variable used to represent </a:t>
            </a:r>
            <a:r>
              <a:rPr lang="en-US" b="1" dirty="0"/>
              <a:t>categorical</a:t>
            </a:r>
            <a:r>
              <a:rPr lang="en-US" dirty="0"/>
              <a:t> data.</a:t>
            </a:r>
          </a:p>
          <a:p>
            <a:r>
              <a:rPr lang="en-US" dirty="0"/>
              <a:t>It takes a value of 1 if a </a:t>
            </a:r>
            <a:r>
              <a:rPr lang="en-US" b="1" dirty="0">
                <a:solidFill>
                  <a:schemeClr val="accent6"/>
                </a:solidFill>
              </a:rPr>
              <a:t>certain characteristic is present </a:t>
            </a:r>
            <a:r>
              <a:rPr lang="en-US" dirty="0"/>
              <a:t>and 0 if it is not.</a:t>
            </a:r>
          </a:p>
          <a:p>
            <a:r>
              <a:rPr lang="en-US" dirty="0"/>
              <a:t>For example, in a dataset of workers, we could create a female dummy where female = 1 for women and female = 0 otherwise.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B49AE-BB10-9C7F-0195-25CAA155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variables</a:t>
            </a:r>
          </a:p>
        </p:txBody>
      </p:sp>
    </p:spTree>
    <p:extLst>
      <p:ext uri="{BB962C8B-B14F-4D97-AF65-F5344CB8AC3E}">
        <p14:creationId xmlns:p14="http://schemas.microsoft.com/office/powerpoint/2010/main" val="240285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2B27D-85B5-789D-2BEE-54249176A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0711DB-65D2-144B-D012-1EA1C0E0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variable </a:t>
            </a:r>
            <a:r>
              <a:rPr lang="en-US" b="1" dirty="0"/>
              <a:t>female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793A5-870C-ECFB-CF3F-83419203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763" y="1496263"/>
            <a:ext cx="6058474" cy="31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7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CAF37-74F3-B10E-3D5D-F2C7AB53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represent distinct groups or categories.</a:t>
            </a:r>
          </a:p>
          <a:p>
            <a:r>
              <a:rPr lang="en-US" dirty="0"/>
              <a:t>These variables can be </a:t>
            </a:r>
            <a:r>
              <a:rPr lang="en-US" b="1" dirty="0">
                <a:solidFill>
                  <a:schemeClr val="accent6"/>
                </a:solidFill>
              </a:rPr>
              <a:t>nominal</a:t>
            </a:r>
            <a:r>
              <a:rPr lang="en-US" dirty="0"/>
              <a:t> (no natural order), or </a:t>
            </a:r>
            <a:r>
              <a:rPr lang="en-US" b="1" dirty="0">
                <a:solidFill>
                  <a:schemeClr val="accent6"/>
                </a:solidFill>
              </a:rPr>
              <a:t>ordinal</a:t>
            </a:r>
            <a:r>
              <a:rPr lang="en-US" dirty="0"/>
              <a:t> (with a meaningful order)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Education Level: "High School," "Bachelor's," "Master’s”</a:t>
            </a:r>
          </a:p>
          <a:p>
            <a:pPr lvl="1"/>
            <a:r>
              <a:rPr lang="en-US" dirty="0"/>
              <a:t>Region: "North," "South," "East," "West“</a:t>
            </a:r>
          </a:p>
          <a:p>
            <a:pPr lvl="1"/>
            <a:r>
              <a:rPr lang="en-US" dirty="0"/>
              <a:t>Credit Rating: "Poor," "Fair," "Good," "Excellent"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20449-9C3A-B805-CF36-9616B142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59975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9C2C1C-809D-9FAF-6DA9-760C50D1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Categorizing English proficiency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0AFAF-12FF-60D2-048B-4DA324DA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32" y="1633436"/>
            <a:ext cx="6971536" cy="282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handled IPUMS data.</a:t>
            </a:r>
          </a:p>
          <a:p>
            <a:r>
              <a:rPr lang="en-US" dirty="0"/>
              <a:t>Introduced the concepts of dummy and categorical variables.</a:t>
            </a:r>
          </a:p>
          <a:p>
            <a:r>
              <a:rPr lang="en-US" dirty="0"/>
              <a:t>Implemented a few coding examples.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3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October 5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4</a:t>
            </a:r>
          </a:p>
          <a:p>
            <a:pPr lvl="1"/>
            <a:r>
              <a:rPr lang="en-US" dirty="0"/>
              <a:t>Upload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October 12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349</Words>
  <Application>Microsoft Office PowerPoint</Application>
  <PresentationFormat>On-screen Show (16:9)</PresentationFormat>
  <Paragraphs>51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Roboto</vt:lpstr>
      <vt:lpstr>Arial</vt:lpstr>
      <vt:lpstr>Material</vt:lpstr>
      <vt:lpstr>DATA SCIENCE FOR ECONOMISTS</vt:lpstr>
      <vt:lpstr>Outline</vt:lpstr>
      <vt:lpstr>Announcement</vt:lpstr>
      <vt:lpstr>What is IPUMS?</vt:lpstr>
      <vt:lpstr>PowerPoint Presentation</vt:lpstr>
      <vt:lpstr>Importing required libraries and dataset</vt:lpstr>
      <vt:lpstr>Load the data</vt:lpstr>
      <vt:lpstr>Debugging 101: Why is age an object?</vt:lpstr>
      <vt:lpstr>Correcting issue with .replace()</vt:lpstr>
      <vt:lpstr>Dummy variables</vt:lpstr>
      <vt:lpstr>Dummy variable female</vt:lpstr>
      <vt:lpstr>Categorical variables</vt:lpstr>
      <vt:lpstr>Example – Categorizing English proficiency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2025-10-24T13:24:30Z</dcterms:modified>
</cp:coreProperties>
</file>