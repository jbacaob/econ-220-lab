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8" r:id="rId3"/>
    <p:sldId id="266" r:id="rId4"/>
    <p:sldId id="267" r:id="rId5"/>
    <p:sldId id="268" r:id="rId6"/>
    <p:sldId id="269" r:id="rId7"/>
    <p:sldId id="270" r:id="rId8"/>
    <p:sldId id="261" r:id="rId9"/>
    <p:sldId id="271" r:id="rId10"/>
    <p:sldId id="273" r:id="rId11"/>
    <p:sldId id="272" r:id="rId12"/>
    <p:sldId id="264" r:id="rId13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1F5A97-4221-4547-8FCC-FE69D99686D5}" v="38" dt="2025-08-28T02:28:25.2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1134" y="33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3197" y="3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fet Baca" userId="e9aa8a7d9ee7777b" providerId="LiveId" clId="{311F5A97-4221-4547-8FCC-FE69D99686D5}"/>
    <pc:docChg chg="undo custSel addSld delSld modSld sldOrd modMainMaster">
      <pc:chgData name="Jafet Baca" userId="e9aa8a7d9ee7777b" providerId="LiveId" clId="{311F5A97-4221-4547-8FCC-FE69D99686D5}" dt="2025-08-28T02:28:18.137" v="2108" actId="478"/>
      <pc:docMkLst>
        <pc:docMk/>
      </pc:docMkLst>
      <pc:sldChg chg="modSp mod">
        <pc:chgData name="Jafet Baca" userId="e9aa8a7d9ee7777b" providerId="LiveId" clId="{311F5A97-4221-4547-8FCC-FE69D99686D5}" dt="2025-08-27T13:40:58.369" v="1236" actId="20577"/>
        <pc:sldMkLst>
          <pc:docMk/>
          <pc:sldMk cId="0" sldId="256"/>
        </pc:sldMkLst>
        <pc:spChg chg="mod">
          <ac:chgData name="Jafet Baca" userId="e9aa8a7d9ee7777b" providerId="LiveId" clId="{311F5A97-4221-4547-8FCC-FE69D99686D5}" dt="2025-08-27T13:40:58.369" v="1236" actId="20577"/>
          <ac:spMkLst>
            <pc:docMk/>
            <pc:sldMk cId="0" sldId="256"/>
            <ac:spMk id="68" creationId="{00000000-0000-0000-0000-000000000000}"/>
          </ac:spMkLst>
        </pc:spChg>
      </pc:sldChg>
      <pc:sldChg chg="del">
        <pc:chgData name="Jafet Baca" userId="e9aa8a7d9ee7777b" providerId="LiveId" clId="{311F5A97-4221-4547-8FCC-FE69D99686D5}" dt="2025-08-27T13:34:20.459" v="1007" actId="47"/>
        <pc:sldMkLst>
          <pc:docMk/>
          <pc:sldMk cId="0" sldId="257"/>
        </pc:sldMkLst>
      </pc:sldChg>
      <pc:sldChg chg="addSp delSp modSp mod chgLayout">
        <pc:chgData name="Jafet Baca" userId="e9aa8a7d9ee7777b" providerId="LiveId" clId="{311F5A97-4221-4547-8FCC-FE69D99686D5}" dt="2025-08-28T01:54:06.188" v="1501" actId="20577"/>
        <pc:sldMkLst>
          <pc:docMk/>
          <pc:sldMk cId="0" sldId="258"/>
        </pc:sldMkLst>
        <pc:spChg chg="mod ord">
          <ac:chgData name="Jafet Baca" userId="e9aa8a7d9ee7777b" providerId="LiveId" clId="{311F5A97-4221-4547-8FCC-FE69D99686D5}" dt="2025-08-28T01:52:08.630" v="1418" actId="700"/>
          <ac:spMkLst>
            <pc:docMk/>
            <pc:sldMk cId="0" sldId="258"/>
            <ac:spMk id="78" creationId="{00000000-0000-0000-0000-000000000000}"/>
          </ac:spMkLst>
        </pc:spChg>
        <pc:spChg chg="mod ord">
          <ac:chgData name="Jafet Baca" userId="e9aa8a7d9ee7777b" providerId="LiveId" clId="{311F5A97-4221-4547-8FCC-FE69D99686D5}" dt="2025-08-28T01:54:06.188" v="1501" actId="20577"/>
          <ac:spMkLst>
            <pc:docMk/>
            <pc:sldMk cId="0" sldId="258"/>
            <ac:spMk id="79" creationId="{00000000-0000-0000-0000-000000000000}"/>
          </ac:spMkLst>
        </pc:spChg>
      </pc:sldChg>
      <pc:sldChg chg="del">
        <pc:chgData name="Jafet Baca" userId="e9aa8a7d9ee7777b" providerId="LiveId" clId="{311F5A97-4221-4547-8FCC-FE69D99686D5}" dt="2025-08-27T12:51:55.596" v="17" actId="2696"/>
        <pc:sldMkLst>
          <pc:docMk/>
          <pc:sldMk cId="0" sldId="259"/>
        </pc:sldMkLst>
      </pc:sldChg>
      <pc:sldChg chg="del">
        <pc:chgData name="Jafet Baca" userId="e9aa8a7d9ee7777b" providerId="LiveId" clId="{311F5A97-4221-4547-8FCC-FE69D99686D5}" dt="2025-08-27T12:51:59.949" v="18" actId="2696"/>
        <pc:sldMkLst>
          <pc:docMk/>
          <pc:sldMk cId="0" sldId="260"/>
        </pc:sldMkLst>
      </pc:sldChg>
      <pc:sldChg chg="addSp delSp modSp mod chgLayout">
        <pc:chgData name="Jafet Baca" userId="e9aa8a7d9ee7777b" providerId="LiveId" clId="{311F5A97-4221-4547-8FCC-FE69D99686D5}" dt="2025-08-28T01:49:37.503" v="1416" actId="6264"/>
        <pc:sldMkLst>
          <pc:docMk/>
          <pc:sldMk cId="0" sldId="261"/>
        </pc:sldMkLst>
        <pc:spChg chg="mod ord">
          <ac:chgData name="Jafet Baca" userId="e9aa8a7d9ee7777b" providerId="LiveId" clId="{311F5A97-4221-4547-8FCC-FE69D99686D5}" dt="2025-08-28T01:49:37.503" v="1416" actId="6264"/>
          <ac:spMkLst>
            <pc:docMk/>
            <pc:sldMk cId="0" sldId="261"/>
            <ac:spMk id="97" creationId="{00000000-0000-0000-0000-000000000000}"/>
          </ac:spMkLst>
        </pc:spChg>
        <pc:spChg chg="mod ord">
          <ac:chgData name="Jafet Baca" userId="e9aa8a7d9ee7777b" providerId="LiveId" clId="{311F5A97-4221-4547-8FCC-FE69D99686D5}" dt="2025-08-28T01:49:37.503" v="1416" actId="6264"/>
          <ac:spMkLst>
            <pc:docMk/>
            <pc:sldMk cId="0" sldId="261"/>
            <ac:spMk id="98" creationId="{00000000-0000-0000-0000-000000000000}"/>
          </ac:spMkLst>
        </pc:spChg>
      </pc:sldChg>
      <pc:sldChg chg="del">
        <pc:chgData name="Jafet Baca" userId="e9aa8a7d9ee7777b" providerId="LiveId" clId="{311F5A97-4221-4547-8FCC-FE69D99686D5}" dt="2025-08-27T13:28:14.925" v="971" actId="47"/>
        <pc:sldMkLst>
          <pc:docMk/>
          <pc:sldMk cId="0" sldId="262"/>
        </pc:sldMkLst>
      </pc:sldChg>
      <pc:sldChg chg="add del">
        <pc:chgData name="Jafet Baca" userId="e9aa8a7d9ee7777b" providerId="LiveId" clId="{311F5A97-4221-4547-8FCC-FE69D99686D5}" dt="2025-08-27T13:28:35.372" v="974" actId="47"/>
        <pc:sldMkLst>
          <pc:docMk/>
          <pc:sldMk cId="0" sldId="263"/>
        </pc:sldMkLst>
      </pc:sldChg>
      <pc:sldChg chg="modSp mod">
        <pc:chgData name="Jafet Baca" userId="e9aa8a7d9ee7777b" providerId="LiveId" clId="{311F5A97-4221-4547-8FCC-FE69D99686D5}" dt="2025-08-27T13:28:46.691" v="1002" actId="20577"/>
        <pc:sldMkLst>
          <pc:docMk/>
          <pc:sldMk cId="0" sldId="264"/>
        </pc:sldMkLst>
        <pc:spChg chg="mod">
          <ac:chgData name="Jafet Baca" userId="e9aa8a7d9ee7777b" providerId="LiveId" clId="{311F5A97-4221-4547-8FCC-FE69D99686D5}" dt="2025-08-27T13:28:46.691" v="1002" actId="20577"/>
          <ac:spMkLst>
            <pc:docMk/>
            <pc:sldMk cId="0" sldId="264"/>
            <ac:spMk id="117" creationId="{00000000-0000-0000-0000-000000000000}"/>
          </ac:spMkLst>
        </pc:spChg>
      </pc:sldChg>
      <pc:sldChg chg="del">
        <pc:chgData name="Jafet Baca" userId="e9aa8a7d9ee7777b" providerId="LiveId" clId="{311F5A97-4221-4547-8FCC-FE69D99686D5}" dt="2025-08-27T13:28:50.992" v="1003" actId="47"/>
        <pc:sldMkLst>
          <pc:docMk/>
          <pc:sldMk cId="0" sldId="265"/>
        </pc:sldMkLst>
      </pc:sldChg>
      <pc:sldChg chg="addSp delSp modSp mod chgLayout">
        <pc:chgData name="Jafet Baca" userId="e9aa8a7d9ee7777b" providerId="LiveId" clId="{311F5A97-4221-4547-8FCC-FE69D99686D5}" dt="2025-08-28T01:52:29.906" v="1419" actId="700"/>
        <pc:sldMkLst>
          <pc:docMk/>
          <pc:sldMk cId="2448736150" sldId="266"/>
        </pc:sldMkLst>
        <pc:spChg chg="mod ord">
          <ac:chgData name="Jafet Baca" userId="e9aa8a7d9ee7777b" providerId="LiveId" clId="{311F5A97-4221-4547-8FCC-FE69D99686D5}" dt="2025-08-28T01:52:29.906" v="1419" actId="700"/>
          <ac:spMkLst>
            <pc:docMk/>
            <pc:sldMk cId="2448736150" sldId="266"/>
            <ac:spMk id="78" creationId="{3765586F-9BA9-074B-96F6-9F14D9BB155C}"/>
          </ac:spMkLst>
        </pc:spChg>
        <pc:spChg chg="mod ord">
          <ac:chgData name="Jafet Baca" userId="e9aa8a7d9ee7777b" providerId="LiveId" clId="{311F5A97-4221-4547-8FCC-FE69D99686D5}" dt="2025-08-28T01:52:29.906" v="1419" actId="700"/>
          <ac:spMkLst>
            <pc:docMk/>
            <pc:sldMk cId="2448736150" sldId="266"/>
            <ac:spMk id="79" creationId="{ED765C30-AB63-015B-30D9-470D07B5CD00}"/>
          </ac:spMkLst>
        </pc:spChg>
      </pc:sldChg>
      <pc:sldChg chg="addSp delSp modSp add mod chgLayout">
        <pc:chgData name="Jafet Baca" userId="e9aa8a7d9ee7777b" providerId="LiveId" clId="{311F5A97-4221-4547-8FCC-FE69D99686D5}" dt="2025-08-28T02:20:39.519" v="1854" actId="20577"/>
        <pc:sldMkLst>
          <pc:docMk/>
          <pc:sldMk cId="146951357" sldId="267"/>
        </pc:sldMkLst>
        <pc:spChg chg="mod ord">
          <ac:chgData name="Jafet Baca" userId="e9aa8a7d9ee7777b" providerId="LiveId" clId="{311F5A97-4221-4547-8FCC-FE69D99686D5}" dt="2025-08-28T01:52:29.906" v="1419" actId="700"/>
          <ac:spMkLst>
            <pc:docMk/>
            <pc:sldMk cId="146951357" sldId="267"/>
            <ac:spMk id="78" creationId="{EC0AC41B-453D-D9CD-B169-D31E1AEDA6C3}"/>
          </ac:spMkLst>
        </pc:spChg>
        <pc:spChg chg="mod ord">
          <ac:chgData name="Jafet Baca" userId="e9aa8a7d9ee7777b" providerId="LiveId" clId="{311F5A97-4221-4547-8FCC-FE69D99686D5}" dt="2025-08-28T02:20:39.519" v="1854" actId="20577"/>
          <ac:spMkLst>
            <pc:docMk/>
            <pc:sldMk cId="146951357" sldId="267"/>
            <ac:spMk id="79" creationId="{7AC259C7-7C69-CD15-506A-04F6FA3D61AA}"/>
          </ac:spMkLst>
        </pc:spChg>
      </pc:sldChg>
      <pc:sldChg chg="addSp delSp modSp add mod chgLayout">
        <pc:chgData name="Jafet Baca" userId="e9aa8a7d9ee7777b" providerId="LiveId" clId="{311F5A97-4221-4547-8FCC-FE69D99686D5}" dt="2025-08-28T01:52:29.906" v="1419" actId="700"/>
        <pc:sldMkLst>
          <pc:docMk/>
          <pc:sldMk cId="3637055690" sldId="268"/>
        </pc:sldMkLst>
        <pc:spChg chg="mod ord">
          <ac:chgData name="Jafet Baca" userId="e9aa8a7d9ee7777b" providerId="LiveId" clId="{311F5A97-4221-4547-8FCC-FE69D99686D5}" dt="2025-08-28T01:52:29.906" v="1419" actId="700"/>
          <ac:spMkLst>
            <pc:docMk/>
            <pc:sldMk cId="3637055690" sldId="268"/>
            <ac:spMk id="78" creationId="{6C482B5B-907C-6384-E27D-0EC0F8A54804}"/>
          </ac:spMkLst>
        </pc:spChg>
        <pc:spChg chg="mod ord">
          <ac:chgData name="Jafet Baca" userId="e9aa8a7d9ee7777b" providerId="LiveId" clId="{311F5A97-4221-4547-8FCC-FE69D99686D5}" dt="2025-08-28T01:52:29.906" v="1419" actId="700"/>
          <ac:spMkLst>
            <pc:docMk/>
            <pc:sldMk cId="3637055690" sldId="268"/>
            <ac:spMk id="79" creationId="{BCE73B76-16AD-67E6-A501-72C3A721F1DD}"/>
          </ac:spMkLst>
        </pc:spChg>
      </pc:sldChg>
      <pc:sldChg chg="addSp delSp modSp new mod chgLayout">
        <pc:chgData name="Jafet Baca" userId="e9aa8a7d9ee7777b" providerId="LiveId" clId="{311F5A97-4221-4547-8FCC-FE69D99686D5}" dt="2025-08-28T01:52:29.906" v="1419" actId="700"/>
        <pc:sldMkLst>
          <pc:docMk/>
          <pc:sldMk cId="1016271269" sldId="269"/>
        </pc:sldMkLst>
        <pc:spChg chg="mod ord">
          <ac:chgData name="Jafet Baca" userId="e9aa8a7d9ee7777b" providerId="LiveId" clId="{311F5A97-4221-4547-8FCC-FE69D99686D5}" dt="2025-08-28T01:52:29.906" v="1419" actId="700"/>
          <ac:spMkLst>
            <pc:docMk/>
            <pc:sldMk cId="1016271269" sldId="269"/>
            <ac:spMk id="2" creationId="{D7DD60EF-6E1E-4BBD-E087-F6BF07ABD533}"/>
          </ac:spMkLst>
        </pc:spChg>
        <pc:spChg chg="mod ord">
          <ac:chgData name="Jafet Baca" userId="e9aa8a7d9ee7777b" providerId="LiveId" clId="{311F5A97-4221-4547-8FCC-FE69D99686D5}" dt="2025-08-28T01:52:29.906" v="1419" actId="700"/>
          <ac:spMkLst>
            <pc:docMk/>
            <pc:sldMk cId="1016271269" sldId="269"/>
            <ac:spMk id="3" creationId="{FCF9F30A-E8BD-752C-2909-3E3A8650929C}"/>
          </ac:spMkLst>
        </pc:spChg>
      </pc:sldChg>
      <pc:sldChg chg="addSp delSp modSp add mod chgLayout">
        <pc:chgData name="Jafet Baca" userId="e9aa8a7d9ee7777b" providerId="LiveId" clId="{311F5A97-4221-4547-8FCC-FE69D99686D5}" dt="2025-08-28T01:52:29.906" v="1419" actId="700"/>
        <pc:sldMkLst>
          <pc:docMk/>
          <pc:sldMk cId="2205698864" sldId="270"/>
        </pc:sldMkLst>
        <pc:spChg chg="mod ord">
          <ac:chgData name="Jafet Baca" userId="e9aa8a7d9ee7777b" providerId="LiveId" clId="{311F5A97-4221-4547-8FCC-FE69D99686D5}" dt="2025-08-28T01:52:29.906" v="1419" actId="700"/>
          <ac:spMkLst>
            <pc:docMk/>
            <pc:sldMk cId="2205698864" sldId="270"/>
            <ac:spMk id="2" creationId="{4280DFC1-FF1C-887D-42AF-9058C464A1B9}"/>
          </ac:spMkLst>
        </pc:spChg>
        <pc:spChg chg="mod ord">
          <ac:chgData name="Jafet Baca" userId="e9aa8a7d9ee7777b" providerId="LiveId" clId="{311F5A97-4221-4547-8FCC-FE69D99686D5}" dt="2025-08-28T01:52:29.906" v="1419" actId="700"/>
          <ac:spMkLst>
            <pc:docMk/>
            <pc:sldMk cId="2205698864" sldId="270"/>
            <ac:spMk id="3" creationId="{BCE2704B-8724-48A5-7866-527899D38A07}"/>
          </ac:spMkLst>
        </pc:spChg>
      </pc:sldChg>
      <pc:sldChg chg="addSp delSp modSp add mod ord chgLayout">
        <pc:chgData name="Jafet Baca" userId="e9aa8a7d9ee7777b" providerId="LiveId" clId="{311F5A97-4221-4547-8FCC-FE69D99686D5}" dt="2025-08-28T02:13:51.979" v="1774" actId="20577"/>
        <pc:sldMkLst>
          <pc:docMk/>
          <pc:sldMk cId="3153270963" sldId="271"/>
        </pc:sldMkLst>
        <pc:spChg chg="mod ord">
          <ac:chgData name="Jafet Baca" userId="e9aa8a7d9ee7777b" providerId="LiveId" clId="{311F5A97-4221-4547-8FCC-FE69D99686D5}" dt="2025-08-28T01:52:49.388" v="1420" actId="700"/>
          <ac:spMkLst>
            <pc:docMk/>
            <pc:sldMk cId="3153270963" sldId="271"/>
            <ac:spMk id="2" creationId="{F043D610-6F48-F364-88EB-3E86F4F339AA}"/>
          </ac:spMkLst>
        </pc:spChg>
        <pc:spChg chg="mod ord">
          <ac:chgData name="Jafet Baca" userId="e9aa8a7d9ee7777b" providerId="LiveId" clId="{311F5A97-4221-4547-8FCC-FE69D99686D5}" dt="2025-08-28T02:13:51.979" v="1774" actId="20577"/>
          <ac:spMkLst>
            <pc:docMk/>
            <pc:sldMk cId="3153270963" sldId="271"/>
            <ac:spMk id="3" creationId="{9673F516-623C-BBF2-99E6-8B069C96E5D9}"/>
          </ac:spMkLst>
        </pc:spChg>
      </pc:sldChg>
      <pc:sldChg chg="addSp delSp modSp new mod chgLayout">
        <pc:chgData name="Jafet Baca" userId="e9aa8a7d9ee7777b" providerId="LiveId" clId="{311F5A97-4221-4547-8FCC-FE69D99686D5}" dt="2025-08-28T02:28:18.137" v="2108" actId="478"/>
        <pc:sldMkLst>
          <pc:docMk/>
          <pc:sldMk cId="3202981089" sldId="272"/>
        </pc:sldMkLst>
        <pc:spChg chg="mod ord">
          <ac:chgData name="Jafet Baca" userId="e9aa8a7d9ee7777b" providerId="LiveId" clId="{311F5A97-4221-4547-8FCC-FE69D99686D5}" dt="2025-08-28T01:49:37.503" v="1416" actId="6264"/>
          <ac:spMkLst>
            <pc:docMk/>
            <pc:sldMk cId="3202981089" sldId="272"/>
            <ac:spMk id="2" creationId="{BE16EBC7-97D4-C66E-30A6-148C30402DD5}"/>
          </ac:spMkLst>
        </pc:spChg>
        <pc:spChg chg="mod ord">
          <ac:chgData name="Jafet Baca" userId="e9aa8a7d9ee7777b" providerId="LiveId" clId="{311F5A97-4221-4547-8FCC-FE69D99686D5}" dt="2025-08-28T01:49:37.503" v="1416" actId="6264"/>
          <ac:spMkLst>
            <pc:docMk/>
            <pc:sldMk cId="3202981089" sldId="272"/>
            <ac:spMk id="4" creationId="{37A9F882-4B94-D501-2F2E-20CBA9C3B117}"/>
          </ac:spMkLst>
        </pc:spChg>
      </pc:sldChg>
      <pc:sldChg chg="modSp add del mod modTransition modClrScheme chgLayout">
        <pc:chgData name="Jafet Baca" userId="e9aa8a7d9ee7777b" providerId="LiveId" clId="{311F5A97-4221-4547-8FCC-FE69D99686D5}" dt="2025-08-27T13:36:44.646" v="1010" actId="48537"/>
        <pc:sldMkLst>
          <pc:docMk/>
          <pc:sldMk cId="1614480568" sldId="273"/>
        </pc:sldMkLst>
      </pc:sldChg>
      <pc:sldChg chg="addSp delSp modSp add mod chgLayout">
        <pc:chgData name="Jafet Baca" userId="e9aa8a7d9ee7777b" providerId="LiveId" clId="{311F5A97-4221-4547-8FCC-FE69D99686D5}" dt="2025-08-28T02:28:03.194" v="2107" actId="20577"/>
        <pc:sldMkLst>
          <pc:docMk/>
          <pc:sldMk cId="1722430344" sldId="273"/>
        </pc:sldMkLst>
        <pc:spChg chg="mod ord">
          <ac:chgData name="Jafet Baca" userId="e9aa8a7d9ee7777b" providerId="LiveId" clId="{311F5A97-4221-4547-8FCC-FE69D99686D5}" dt="2025-08-28T01:52:49.388" v="1420" actId="700"/>
          <ac:spMkLst>
            <pc:docMk/>
            <pc:sldMk cId="1722430344" sldId="273"/>
            <ac:spMk id="2" creationId="{2BD58A10-78EB-10C5-3111-37C5E1B27AA6}"/>
          </ac:spMkLst>
        </pc:spChg>
        <pc:spChg chg="mod ord">
          <ac:chgData name="Jafet Baca" userId="e9aa8a7d9ee7777b" providerId="LiveId" clId="{311F5A97-4221-4547-8FCC-FE69D99686D5}" dt="2025-08-28T02:28:03.194" v="2107" actId="20577"/>
          <ac:spMkLst>
            <pc:docMk/>
            <pc:sldMk cId="1722430344" sldId="273"/>
            <ac:spMk id="3" creationId="{01018912-1DA2-1427-5E74-649576A10B70}"/>
          </ac:spMkLst>
        </pc:spChg>
      </pc:sldChg>
      <pc:sldMasterChg chg="addSldLayout delSldLayout modSldLayout">
        <pc:chgData name="Jafet Baca" userId="e9aa8a7d9ee7777b" providerId="LiveId" clId="{311F5A97-4221-4547-8FCC-FE69D99686D5}" dt="2025-08-28T01:55:31.592" v="1508" actId="14100"/>
        <pc:sldMasterMkLst>
          <pc:docMk/>
          <pc:sldMasterMk cId="0" sldId="2147483659"/>
        </pc:sldMasterMkLst>
        <pc:sldLayoutChg chg="del">
          <pc:chgData name="Jafet Baca" userId="e9aa8a7d9ee7777b" providerId="LiveId" clId="{311F5A97-4221-4547-8FCC-FE69D99686D5}" dt="2025-08-27T13:34:20.459" v="1007" actId="47"/>
          <pc:sldLayoutMkLst>
            <pc:docMk/>
            <pc:sldMasterMk cId="0" sldId="2147483659"/>
            <pc:sldLayoutMk cId="0" sldId="2147483649"/>
          </pc:sldLayoutMkLst>
        </pc:sldLayoutChg>
        <pc:sldLayoutChg chg="addSp delSp modSp mod">
          <pc:chgData name="Jafet Baca" userId="e9aa8a7d9ee7777b" providerId="LiveId" clId="{311F5A97-4221-4547-8FCC-FE69D99686D5}" dt="2025-08-28T01:53:40.895" v="1497" actId="14100"/>
          <pc:sldLayoutMkLst>
            <pc:docMk/>
            <pc:sldMasterMk cId="0" sldId="2147483659"/>
            <pc:sldLayoutMk cId="0" sldId="2147483650"/>
          </pc:sldLayoutMkLst>
          <pc:spChg chg="add mod">
            <ac:chgData name="Jafet Baca" userId="e9aa8a7d9ee7777b" providerId="LiveId" clId="{311F5A97-4221-4547-8FCC-FE69D99686D5}" dt="2025-08-28T01:50:17.244" v="1417" actId="1076"/>
            <ac:spMkLst>
              <pc:docMk/>
              <pc:sldMasterMk cId="0" sldId="2147483659"/>
              <pc:sldLayoutMk cId="0" sldId="2147483650"/>
              <ac:spMk id="3" creationId="{8E8392ED-DC59-E275-87FE-07340756A4D8}"/>
            </ac:spMkLst>
          </pc:spChg>
          <pc:spChg chg="mod">
            <ac:chgData name="Jafet Baca" userId="e9aa8a7d9ee7777b" providerId="LiveId" clId="{311F5A97-4221-4547-8FCC-FE69D99686D5}" dt="2025-08-28T01:53:05.580" v="1421" actId="14100"/>
            <ac:spMkLst>
              <pc:docMk/>
              <pc:sldMasterMk cId="0" sldId="2147483659"/>
              <pc:sldLayoutMk cId="0" sldId="2147483650"/>
              <ac:spMk id="19" creationId="{00000000-0000-0000-0000-000000000000}"/>
            </ac:spMkLst>
          </pc:spChg>
          <pc:spChg chg="mod">
            <ac:chgData name="Jafet Baca" userId="e9aa8a7d9ee7777b" providerId="LiveId" clId="{311F5A97-4221-4547-8FCC-FE69D99686D5}" dt="2025-08-28T01:53:27.465" v="1496" actId="1035"/>
            <ac:spMkLst>
              <pc:docMk/>
              <pc:sldMasterMk cId="0" sldId="2147483659"/>
              <pc:sldLayoutMk cId="0" sldId="2147483650"/>
              <ac:spMk id="20" creationId="{00000000-0000-0000-0000-000000000000}"/>
            </ac:spMkLst>
          </pc:spChg>
          <pc:spChg chg="mod">
            <ac:chgData name="Jafet Baca" userId="e9aa8a7d9ee7777b" providerId="LiveId" clId="{311F5A97-4221-4547-8FCC-FE69D99686D5}" dt="2025-08-28T01:53:40.895" v="1497" actId="14100"/>
            <ac:spMkLst>
              <pc:docMk/>
              <pc:sldMasterMk cId="0" sldId="2147483659"/>
              <pc:sldLayoutMk cId="0" sldId="2147483650"/>
              <ac:spMk id="22" creationId="{00000000-0000-0000-0000-000000000000}"/>
            </ac:spMkLst>
          </pc:spChg>
        </pc:sldLayoutChg>
        <pc:sldLayoutChg chg="del">
          <pc:chgData name="Jafet Baca" userId="e9aa8a7d9ee7777b" providerId="LiveId" clId="{311F5A97-4221-4547-8FCC-FE69D99686D5}" dt="2025-08-27T12:51:55.596" v="17" actId="2696"/>
          <pc:sldLayoutMkLst>
            <pc:docMk/>
            <pc:sldMasterMk cId="0" sldId="2147483659"/>
            <pc:sldLayoutMk cId="0" sldId="2147483651"/>
          </pc:sldLayoutMkLst>
        </pc:sldLayoutChg>
        <pc:sldLayoutChg chg="del">
          <pc:chgData name="Jafet Baca" userId="e9aa8a7d9ee7777b" providerId="LiveId" clId="{311F5A97-4221-4547-8FCC-FE69D99686D5}" dt="2025-08-27T13:28:50.992" v="1003" actId="47"/>
          <pc:sldLayoutMkLst>
            <pc:docMk/>
            <pc:sldMasterMk cId="0" sldId="2147483659"/>
            <pc:sldLayoutMk cId="0" sldId="2147483653"/>
          </pc:sldLayoutMkLst>
        </pc:sldLayoutChg>
        <pc:sldLayoutChg chg="modSp mod">
          <pc:chgData name="Jafet Baca" userId="e9aa8a7d9ee7777b" providerId="LiveId" clId="{311F5A97-4221-4547-8FCC-FE69D99686D5}" dt="2025-08-28T01:55:31.592" v="1508" actId="14100"/>
          <pc:sldLayoutMkLst>
            <pc:docMk/>
            <pc:sldMasterMk cId="0" sldId="2147483659"/>
            <pc:sldLayoutMk cId="0" sldId="2147483657"/>
          </pc:sldLayoutMkLst>
          <pc:spChg chg="mod">
            <ac:chgData name="Jafet Baca" userId="e9aa8a7d9ee7777b" providerId="LiveId" clId="{311F5A97-4221-4547-8FCC-FE69D99686D5}" dt="2025-08-28T01:55:25.174" v="1507" actId="1076"/>
            <ac:spMkLst>
              <pc:docMk/>
              <pc:sldMasterMk cId="0" sldId="2147483659"/>
              <pc:sldLayoutMk cId="0" sldId="2147483657"/>
              <ac:spMk id="58" creationId="{00000000-0000-0000-0000-000000000000}"/>
            </ac:spMkLst>
          </pc:spChg>
          <pc:spChg chg="mod">
            <ac:chgData name="Jafet Baca" userId="e9aa8a7d9ee7777b" providerId="LiveId" clId="{311F5A97-4221-4547-8FCC-FE69D99686D5}" dt="2025-08-28T01:55:31.592" v="1508" actId="14100"/>
            <ac:spMkLst>
              <pc:docMk/>
              <pc:sldMasterMk cId="0" sldId="2147483659"/>
              <pc:sldLayoutMk cId="0" sldId="2147483657"/>
              <ac:spMk id="59" creationId="{00000000-0000-0000-0000-000000000000}"/>
            </ac:spMkLst>
          </pc:spChg>
        </pc:sldLayoutChg>
        <pc:sldLayoutChg chg="add del">
          <pc:chgData name="Jafet Baca" userId="e9aa8a7d9ee7777b" providerId="LiveId" clId="{311F5A97-4221-4547-8FCC-FE69D99686D5}" dt="2025-08-27T13:28:35.372" v="974" actId="47"/>
          <pc:sldLayoutMkLst>
            <pc:docMk/>
            <pc:sldMasterMk cId="0" sldId="2147483659"/>
            <pc:sldLayoutMk cId="0" sldId="2147483658"/>
          </pc:sldLayoutMkLst>
        </pc:sldLayoutChg>
      </pc:sldMasterChg>
    </pc:docChg>
  </pc:docChgLst>
  <pc:docChgLst>
    <pc:chgData name="Jafet Baca" userId="e9aa8a7d9ee7777b" providerId="LiveId" clId="{891FC043-2C73-4761-9DD1-747827663B49}"/>
    <pc:docChg chg="modSld">
      <pc:chgData name="Jafet Baca" userId="e9aa8a7d9ee7777b" providerId="LiveId" clId="{891FC043-2C73-4761-9DD1-747827663B49}" dt="2025-09-03T03:06:40.226" v="21" actId="20577"/>
      <pc:docMkLst>
        <pc:docMk/>
      </pc:docMkLst>
      <pc:sldChg chg="modSp mod">
        <pc:chgData name="Jafet Baca" userId="e9aa8a7d9ee7777b" providerId="LiveId" clId="{891FC043-2C73-4761-9DD1-747827663B49}" dt="2025-09-03T03:06:40.226" v="21" actId="20577"/>
        <pc:sldMkLst>
          <pc:docMk/>
          <pc:sldMk cId="0" sldId="256"/>
        </pc:sldMkLst>
        <pc:spChg chg="mod">
          <ac:chgData name="Jafet Baca" userId="e9aa8a7d9ee7777b" providerId="LiveId" clId="{891FC043-2C73-4761-9DD1-747827663B49}" dt="2025-09-03T03:06:40.226" v="21" actId="20577"/>
          <ac:spMkLst>
            <pc:docMk/>
            <pc:sldMk cId="0" sldId="256"/>
            <ac:spMk id="68" creationId="{00000000-0000-0000-0000-000000000000}"/>
          </ac:spMkLst>
        </pc:spChg>
      </pc:sldChg>
      <pc:sldChg chg="modSp mod">
        <pc:chgData name="Jafet Baca" userId="e9aa8a7d9ee7777b" providerId="LiveId" clId="{891FC043-2C73-4761-9DD1-747827663B49}" dt="2025-08-28T13:58:11.267" v="0" actId="20577"/>
        <pc:sldMkLst>
          <pc:docMk/>
          <pc:sldMk cId="0" sldId="258"/>
        </pc:sldMkLst>
        <pc:spChg chg="mod">
          <ac:chgData name="Jafet Baca" userId="e9aa8a7d9ee7777b" providerId="LiveId" clId="{891FC043-2C73-4761-9DD1-747827663B49}" dt="2025-08-28T13:58:11.267" v="0" actId="20577"/>
          <ac:spMkLst>
            <pc:docMk/>
            <pc:sldMk cId="0" sldId="258"/>
            <ac:spMk id="79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8F3FC2F-9EE7-816E-9489-DF7A29ACA2D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A37675-A6B8-FAB0-0065-4827A6D0622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A1ADCE-ADAE-4909-9112-3AC374E8D4A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5B034B-94CF-1D5D-181E-C476B60D07E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C08DC-4CF7-C959-28BE-604BEEBD3DB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0C3ED1-5040-4189-A49E-4FBEC4323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7489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73a0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73a0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c6f73a04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c6f73a04f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25120813-AF3E-AF3A-DBCC-5ACC82327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c6f73a04f_0_9:notes">
            <a:extLst>
              <a:ext uri="{FF2B5EF4-FFF2-40B4-BE49-F238E27FC236}">
                <a16:creationId xmlns:a16="http://schemas.microsoft.com/office/drawing/2014/main" id="{142A9446-DFB5-4614-CFB2-461EFCAF21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c6f73a04f_0_9:notes">
            <a:extLst>
              <a:ext uri="{FF2B5EF4-FFF2-40B4-BE49-F238E27FC236}">
                <a16:creationId xmlns:a16="http://schemas.microsoft.com/office/drawing/2014/main" id="{7B4A98F1-F966-EC2F-555D-FAF1C79ACD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69113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075CC73E-D39E-2BB8-29F3-7866002F6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c6f73a04f_0_9:notes">
            <a:extLst>
              <a:ext uri="{FF2B5EF4-FFF2-40B4-BE49-F238E27FC236}">
                <a16:creationId xmlns:a16="http://schemas.microsoft.com/office/drawing/2014/main" id="{C45B5614-BC35-BE57-4C80-8A8FB6DF0F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c6f73a04f_0_9:notes">
            <a:extLst>
              <a:ext uri="{FF2B5EF4-FFF2-40B4-BE49-F238E27FC236}">
                <a16:creationId xmlns:a16="http://schemas.microsoft.com/office/drawing/2014/main" id="{016595C3-5B2F-F80A-275A-82BE821FBD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85516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353A8AA5-98D4-4CBE-4549-5E9E53035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c6f73a04f_0_9:notes">
            <a:extLst>
              <a:ext uri="{FF2B5EF4-FFF2-40B4-BE49-F238E27FC236}">
                <a16:creationId xmlns:a16="http://schemas.microsoft.com/office/drawing/2014/main" id="{5A4FEAAF-8BB6-AAE5-CBF6-7BBDF5C544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c6f73a04f_0_9:notes">
            <a:extLst>
              <a:ext uri="{FF2B5EF4-FFF2-40B4-BE49-F238E27FC236}">
                <a16:creationId xmlns:a16="http://schemas.microsoft.com/office/drawing/2014/main" id="{3825DFF0-9B51-2993-114C-EB6CC6FCF9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48186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c6f73a04f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c6f73a04f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c6f73a04f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c6f73a04f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276066"/>
            <a:ext cx="9144000" cy="386743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" name="Google Shape;20;p4"/>
          <p:cNvSpPr/>
          <p:nvPr/>
        </p:nvSpPr>
        <p:spPr>
          <a:xfrm>
            <a:off x="0" y="127656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615413"/>
            <a:ext cx="8222100" cy="30138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250"/>
              </a:spcBef>
              <a:spcAft>
                <a:spcPts val="250"/>
              </a:spcAft>
              <a:buSzPts val="1800"/>
              <a:buChar char="●"/>
              <a:defRPr/>
            </a:lvl1pPr>
            <a:lvl2pPr marL="914400" lvl="1" indent="-317500">
              <a:spcBef>
                <a:spcPts val="250"/>
              </a:spcBef>
              <a:spcAft>
                <a:spcPts val="25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 lang="en-US" dirty="0"/>
          </a:p>
          <a:p>
            <a:pPr lvl="1"/>
            <a:endParaRPr dirty="0"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8392ED-DC59-E275-87FE-07340756A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00" y="278113"/>
            <a:ext cx="8222100" cy="7677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658024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8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2692021"/>
            <a:ext cx="8222100" cy="19134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4" r:id="rId4"/>
    <p:sldLayoutId id="2147483655" r:id="rId5"/>
    <p:sldLayoutId id="2147483656" r:id="rId6"/>
    <p:sldLayoutId id="2147483657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jbacaob@emory.edu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title"/>
          </p:nvPr>
        </p:nvSpPr>
        <p:spPr>
          <a:xfrm>
            <a:off x="475500" y="1258525"/>
            <a:ext cx="8222100" cy="1963500"/>
          </a:xfr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dirty="0"/>
              <a:t>DATA SCIENCE FOR ECONOMISTS</a:t>
            </a:r>
          </a:p>
        </p:txBody>
      </p:sp>
      <p:sp>
        <p:nvSpPr>
          <p:cNvPr id="68" name="Google Shape;68;p13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/>
              <a:t>ECON 220 LAB</a:t>
            </a:r>
          </a:p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/>
              <a:t>Jafet Baca-Obando</a:t>
            </a:r>
          </a:p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/>
              <a:t>Week 1</a:t>
            </a:r>
            <a:r>
              <a:rPr lang="en-US"/>
              <a:t>, Introduction </a:t>
            </a:r>
            <a:r>
              <a:rPr lang="en-US" dirty="0"/>
              <a:t>– 08/29/2025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/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Office: Randall R. Rollins Building, R435</a:t>
            </a:r>
          </a:p>
          <a:p>
            <a:r>
              <a:rPr lang="en" dirty="0"/>
              <a:t>Email: </a:t>
            </a:r>
            <a:r>
              <a:rPr lang="en" dirty="0">
                <a:hlinkClick r:id="rId3"/>
              </a:rPr>
              <a:t>jbacaob@emory.edu</a:t>
            </a:r>
            <a:endParaRPr lang="en" dirty="0"/>
          </a:p>
          <a:p>
            <a:r>
              <a:rPr lang="en" dirty="0"/>
              <a:t>Office hours: Friday, 11:00 – 11:50 AM</a:t>
            </a:r>
          </a:p>
          <a:p>
            <a:r>
              <a:rPr lang="en"/>
              <a:t>Course </a:t>
            </a:r>
            <a:r>
              <a:rPr lang="en" dirty="0"/>
              <a:t>materials:</a:t>
            </a:r>
          </a:p>
          <a:p>
            <a:pPr lvl="1"/>
            <a:r>
              <a:rPr lang="en" dirty="0"/>
              <a:t>Bring laptop to class</a:t>
            </a:r>
          </a:p>
          <a:p>
            <a:pPr lvl="1"/>
            <a:r>
              <a:rPr lang="en" dirty="0"/>
              <a:t>DataCamp: use your Emory email</a:t>
            </a:r>
          </a:p>
          <a:p>
            <a:pPr lvl="1"/>
            <a:r>
              <a:rPr lang="en" dirty="0"/>
              <a:t>Check your junk mailbox; invitation link might be there</a:t>
            </a:r>
          </a:p>
        </p:txBody>
      </p:sp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/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Basics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9CCCF5CE-3E82-F13C-3301-476537E2F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>
            <a:extLst>
              <a:ext uri="{FF2B5EF4-FFF2-40B4-BE49-F238E27FC236}">
                <a16:creationId xmlns:a16="http://schemas.microsoft.com/office/drawing/2014/main" id="{ED765C30-AB63-015B-30D9-470D07B5CD00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DataCamp Courses (2 in total): 4%</a:t>
            </a:r>
          </a:p>
          <a:p>
            <a:pPr lvl="1"/>
            <a:r>
              <a:rPr lang="en" dirty="0"/>
              <a:t>Introduction to Python</a:t>
            </a:r>
          </a:p>
          <a:p>
            <a:pPr lvl="1"/>
            <a:r>
              <a:rPr lang="en" dirty="0"/>
              <a:t>Intermediate Python</a:t>
            </a:r>
          </a:p>
          <a:p>
            <a:r>
              <a:rPr lang="en" dirty="0"/>
              <a:t>Random attendance checks (6 in total): 3%</a:t>
            </a:r>
          </a:p>
          <a:p>
            <a:r>
              <a:rPr lang="en" dirty="0"/>
              <a:t>Data exercises (9 in total): 18%</a:t>
            </a:r>
          </a:p>
          <a:p>
            <a:r>
              <a:rPr lang="en" dirty="0"/>
              <a:t>Lab: 25% of the total ECON 220 grade</a:t>
            </a:r>
          </a:p>
        </p:txBody>
      </p:sp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3765586F-9BA9-074B-96F6-9F14D9BB155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Assignments</a:t>
            </a:r>
          </a:p>
        </p:txBody>
      </p:sp>
    </p:spTree>
    <p:extLst>
      <p:ext uri="{BB962C8B-B14F-4D97-AF65-F5344CB8AC3E}">
        <p14:creationId xmlns:p14="http://schemas.microsoft.com/office/powerpoint/2010/main" val="2448736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BD3F8357-3484-0600-66D5-856C5A5B8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>
            <a:extLst>
              <a:ext uri="{FF2B5EF4-FFF2-40B4-BE49-F238E27FC236}">
                <a16:creationId xmlns:a16="http://schemas.microsoft.com/office/drawing/2014/main" id="{7AC259C7-7C69-CD15-506A-04F6FA3D61AA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Encouraged to use it</a:t>
            </a:r>
          </a:p>
          <a:p>
            <a:r>
              <a:rPr lang="en" dirty="0"/>
              <a:t>Use AI as your assistant, not a replacement: know what is going on</a:t>
            </a:r>
          </a:p>
          <a:p>
            <a:pPr lvl="1"/>
            <a:r>
              <a:rPr lang="en" dirty="0"/>
              <a:t>You are the </a:t>
            </a:r>
            <a:r>
              <a:rPr lang="en" b="1" dirty="0"/>
              <a:t>architect</a:t>
            </a:r>
            <a:r>
              <a:rPr lang="en" dirty="0"/>
              <a:t> and the </a:t>
            </a:r>
            <a:r>
              <a:rPr lang="en" b="1" dirty="0"/>
              <a:t>supervisor</a:t>
            </a:r>
            <a:r>
              <a:rPr lang="en" dirty="0"/>
              <a:t> for the code!</a:t>
            </a:r>
          </a:p>
          <a:p>
            <a:r>
              <a:rPr lang="en" dirty="0"/>
              <a:t>GitHub Copilot, ChatGPT, Gemini</a:t>
            </a:r>
          </a:p>
        </p:txBody>
      </p:sp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EC0AC41B-453D-D9CD-B169-D31E1AEDA6C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Generative AI</a:t>
            </a:r>
          </a:p>
        </p:txBody>
      </p:sp>
    </p:spTree>
    <p:extLst>
      <p:ext uri="{BB962C8B-B14F-4D97-AF65-F5344CB8AC3E}">
        <p14:creationId xmlns:p14="http://schemas.microsoft.com/office/powerpoint/2010/main" val="146951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0B447269-8E42-3EF2-F877-FEB5AFA71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>
            <a:extLst>
              <a:ext uri="{FF2B5EF4-FFF2-40B4-BE49-F238E27FC236}">
                <a16:creationId xmlns:a16="http://schemas.microsoft.com/office/drawing/2014/main" id="{BCE73B76-16AD-67E6-A501-72C3A721F1DD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Abide by Emory Honor Code</a:t>
            </a:r>
          </a:p>
          <a:p>
            <a:r>
              <a:rPr lang="en" dirty="0"/>
              <a:t>Do not engage in academic misconduct</a:t>
            </a:r>
          </a:p>
          <a:p>
            <a:pPr lvl="1"/>
            <a:r>
              <a:rPr lang="en" dirty="0"/>
              <a:t>Plagiarism</a:t>
            </a:r>
          </a:p>
          <a:p>
            <a:pPr lvl="1"/>
            <a:r>
              <a:rPr lang="en" dirty="0"/>
              <a:t>Seeking, using, giving, obtaining unauthorized assistance or information in any academic assignment or examination</a:t>
            </a:r>
          </a:p>
        </p:txBody>
      </p:sp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6C482B5B-907C-6384-E27D-0EC0F8A5480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Academic honesty</a:t>
            </a:r>
          </a:p>
        </p:txBody>
      </p:sp>
    </p:spTree>
    <p:extLst>
      <p:ext uri="{BB962C8B-B14F-4D97-AF65-F5344CB8AC3E}">
        <p14:creationId xmlns:p14="http://schemas.microsoft.com/office/powerpoint/2010/main" val="3637055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F9F30A-E8BD-752C-2909-3E3A865092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Contact the Office of Accessibility Services (OAS) to get accommodation notification letter</a:t>
            </a:r>
          </a:p>
          <a:p>
            <a:r>
              <a:rPr lang="en-US" dirty="0"/>
              <a:t>Communicate your specific needs with me in the first week of the semester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DD60EF-6E1E-4BBD-E087-F6BF07ABD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Students with disabilities</a:t>
            </a:r>
          </a:p>
        </p:txBody>
      </p:sp>
    </p:spTree>
    <p:extLst>
      <p:ext uri="{BB962C8B-B14F-4D97-AF65-F5344CB8AC3E}">
        <p14:creationId xmlns:p14="http://schemas.microsoft.com/office/powerpoint/2010/main" val="1016271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C48C1-E233-9312-4106-27D1447BB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E2704B-8724-48A5-7866-527899D38A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Contact the Office of Accessibility Services (OAS) to get accommodation notification letter</a:t>
            </a:r>
          </a:p>
          <a:p>
            <a:r>
              <a:rPr lang="en-US" dirty="0"/>
              <a:t>Communicate your specific needs with me in the first week of the semester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80DFC1-FF1C-887D-42AF-9058C464A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Students with disabilities</a:t>
            </a:r>
          </a:p>
        </p:txBody>
      </p:sp>
    </p:spTree>
    <p:extLst>
      <p:ext uri="{BB962C8B-B14F-4D97-AF65-F5344CB8AC3E}">
        <p14:creationId xmlns:p14="http://schemas.microsoft.com/office/powerpoint/2010/main" val="2205698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>
            <a:spLocks noGrp="1"/>
          </p:cNvSpPr>
          <p:nvPr>
            <p:ph type="title"/>
          </p:nvPr>
        </p:nvSpPr>
        <p:spPr>
          <a:xfrm>
            <a:off x="475500" y="1258525"/>
            <a:ext cx="8222100" cy="1963500"/>
          </a:xfr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Course objectives</a:t>
            </a:r>
          </a:p>
        </p:txBody>
      </p:sp>
      <p:sp>
        <p:nvSpPr>
          <p:cNvPr id="98" name="Google Shape;98;p18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Manipulate datasets in Python</a:t>
            </a:r>
          </a:p>
          <a:p>
            <a:r>
              <a:rPr lang="en-US" dirty="0"/>
              <a:t>Create graphs and summary statistics with data</a:t>
            </a:r>
          </a:p>
          <a:p>
            <a:r>
              <a:rPr lang="en-US" dirty="0"/>
              <a:t>Perform inference and hypothesis testing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E2B66-8C63-CF4B-2473-832C47A28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73F516-623C-BBF2-99E6-8B069C96E5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lab and theory classes may seem separate at first</a:t>
            </a:r>
          </a:p>
          <a:p>
            <a:r>
              <a:rPr lang="en-US" dirty="0"/>
              <a:t>We are building a toolkit to help you handle datasets and perform statistical analysis</a:t>
            </a:r>
          </a:p>
          <a:p>
            <a:r>
              <a:rPr lang="en-US" dirty="0"/>
              <a:t>Everything will come together, so stay positive and patient!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43D610-6F48-F364-88EB-3E86F4F33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to expect?</a:t>
            </a:r>
          </a:p>
        </p:txBody>
      </p:sp>
    </p:spTree>
    <p:extLst>
      <p:ext uri="{BB962C8B-B14F-4D97-AF65-F5344CB8AC3E}">
        <p14:creationId xmlns:p14="http://schemas.microsoft.com/office/powerpoint/2010/main" val="3153270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CACD4-6A0E-EE3E-3C75-80CCA92BD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018912-1DA2-1427-5E74-649576A10B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It’s free, general purpose, and open source!</a:t>
            </a:r>
          </a:p>
          <a:p>
            <a:r>
              <a:rPr lang="en-US" dirty="0"/>
              <a:t>High level language: easy to read, write, and debug</a:t>
            </a:r>
          </a:p>
          <a:p>
            <a:r>
              <a:rPr lang="en-US" dirty="0"/>
              <a:t>Well-established community of users</a:t>
            </a:r>
          </a:p>
          <a:p>
            <a:r>
              <a:rPr lang="en-US" dirty="0"/>
              <a:t>Good data visualization capabilities</a:t>
            </a:r>
          </a:p>
          <a:p>
            <a:r>
              <a:rPr lang="en-US" dirty="0"/>
              <a:t>Extremely useful when working with big data, machine learning, cloud computing, web development, etc.</a:t>
            </a:r>
          </a:p>
          <a:p>
            <a:r>
              <a:rPr lang="en-US" dirty="0"/>
              <a:t>Used by Google, OpenAI, Netflix, Amazon, Meta, Reddit, etc.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D58A10-78EB-10C5-3111-37C5E1B27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Python?</a:t>
            </a:r>
          </a:p>
        </p:txBody>
      </p:sp>
    </p:spTree>
    <p:extLst>
      <p:ext uri="{BB962C8B-B14F-4D97-AF65-F5344CB8AC3E}">
        <p14:creationId xmlns:p14="http://schemas.microsoft.com/office/powerpoint/2010/main" val="1722430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6EBC7-97D4-C66E-30A6-148C30402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</p:spPr>
        <p:txBody>
          <a:bodyPr/>
          <a:lstStyle/>
          <a:p>
            <a:r>
              <a:rPr lang="en-US" dirty="0"/>
              <a:t>To-do list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A9F882-4B94-D501-2F2E-20CBA9C3B11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</p:spPr>
        <p:txBody>
          <a:bodyPr/>
          <a:lstStyle/>
          <a:p>
            <a:r>
              <a:rPr lang="en-US" dirty="0"/>
              <a:t>Set up Python, VS Code, and GitHub Copilot before class next week</a:t>
            </a:r>
          </a:p>
          <a:p>
            <a:pPr lvl="1"/>
            <a:r>
              <a:rPr lang="en-US" dirty="0"/>
              <a:t>Guide and video instruction on Canvas</a:t>
            </a:r>
          </a:p>
          <a:p>
            <a:r>
              <a:rPr lang="en-US" dirty="0"/>
              <a:t>DataCamp</a:t>
            </a:r>
          </a:p>
          <a:p>
            <a:pPr lvl="1"/>
            <a:r>
              <a:rPr lang="en-US" dirty="0"/>
              <a:t>Complete “Introduction to Python” course</a:t>
            </a:r>
          </a:p>
          <a:p>
            <a:pPr lvl="1"/>
            <a:r>
              <a:rPr lang="en-US" dirty="0"/>
              <a:t>Upload certificate on Canvas: 09/04/2025</a:t>
            </a:r>
          </a:p>
        </p:txBody>
      </p:sp>
    </p:spTree>
    <p:extLst>
      <p:ext uri="{BB962C8B-B14F-4D97-AF65-F5344CB8AC3E}">
        <p14:creationId xmlns:p14="http://schemas.microsoft.com/office/powerpoint/2010/main" val="3202981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/>
              <a:t>Welcome to ECON 220 Lab!</a:t>
            </a:r>
            <a:endParaRPr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Custom 3">
      <a:dk1>
        <a:srgbClr val="01598D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404</Words>
  <Application>Microsoft Office PowerPoint</Application>
  <PresentationFormat>On-screen Show (16:9)</PresentationFormat>
  <Paragraphs>57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Roboto</vt:lpstr>
      <vt:lpstr>Material</vt:lpstr>
      <vt:lpstr>DATA SCIENCE FOR ECONOMISTS</vt:lpstr>
      <vt:lpstr>Basics</vt:lpstr>
      <vt:lpstr>Assignments</vt:lpstr>
      <vt:lpstr>Generative AI</vt:lpstr>
      <vt:lpstr>Academic honesty</vt:lpstr>
      <vt:lpstr>Students with disabilities</vt:lpstr>
      <vt:lpstr>Students with disabilities</vt:lpstr>
      <vt:lpstr>Course objectives</vt:lpstr>
      <vt:lpstr>What to expect?</vt:lpstr>
      <vt:lpstr>Why Python?</vt:lpstr>
      <vt:lpstr>To-do list</vt:lpstr>
      <vt:lpstr>Welcome to ECON 220 Lab!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Baca Obando, Jafet</cp:lastModifiedBy>
  <cp:revision>5</cp:revision>
  <dcterms:modified xsi:type="dcterms:W3CDTF">2025-09-03T03:06:43Z</dcterms:modified>
</cp:coreProperties>
</file>