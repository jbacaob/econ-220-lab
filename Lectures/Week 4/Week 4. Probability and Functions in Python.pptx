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handoutMasterIdLst>
    <p:handoutMasterId r:id="rId15"/>
  </p:handoutMasterIdLst>
  <p:sldIdLst>
    <p:sldId id="256" r:id="rId2"/>
    <p:sldId id="275" r:id="rId3"/>
    <p:sldId id="267" r:id="rId4"/>
    <p:sldId id="290" r:id="rId5"/>
    <p:sldId id="269" r:id="rId6"/>
    <p:sldId id="291" r:id="rId7"/>
    <p:sldId id="285" r:id="rId8"/>
    <p:sldId id="287" r:id="rId9"/>
    <p:sldId id="286" r:id="rId10"/>
    <p:sldId id="294" r:id="rId11"/>
    <p:sldId id="288" r:id="rId12"/>
    <p:sldId id="272" r:id="rId13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6"/>
    </p:embeddedFont>
    <p:embeddedFont>
      <p:font typeface="Roboto" panose="020000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CFD071-2CBF-439E-9521-093BD65BB624}" v="19" dt="2025-09-18T22:01:36.3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134" y="3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3197" y="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fet Baca" userId="e9aa8a7d9ee7777b" providerId="LiveId" clId="{311F5A97-4221-4547-8FCC-FE69D99686D5}"/>
    <pc:docChg chg="undo custSel addSld delSld modSld sldOrd modMainMaster">
      <pc:chgData name="Jafet Baca" userId="e9aa8a7d9ee7777b" providerId="LiveId" clId="{311F5A97-4221-4547-8FCC-FE69D99686D5}" dt="2025-08-28T02:28:18.137" v="2108" actId="478"/>
      <pc:docMkLst>
        <pc:docMk/>
      </pc:docMkLst>
      <pc:sldChg chg="modSp mod">
        <pc:chgData name="Jafet Baca" userId="e9aa8a7d9ee7777b" providerId="LiveId" clId="{311F5A97-4221-4547-8FCC-FE69D99686D5}" dt="2025-08-27T13:40:58.369" v="1236" actId="20577"/>
        <pc:sldMkLst>
          <pc:docMk/>
          <pc:sldMk cId="0" sldId="256"/>
        </pc:sldMkLst>
        <pc:spChg chg="mod">
          <ac:chgData name="Jafet Baca" userId="e9aa8a7d9ee7777b" providerId="LiveId" clId="{311F5A97-4221-4547-8FCC-FE69D99686D5}" dt="2025-08-27T13:40:58.369" v="1236" actId="20577"/>
          <ac:spMkLst>
            <pc:docMk/>
            <pc:sldMk cId="0" sldId="256"/>
            <ac:spMk id="68" creationId="{00000000-0000-0000-0000-000000000000}"/>
          </ac:spMkLst>
        </pc:spChg>
      </pc:sldChg>
      <pc:sldChg chg="del">
        <pc:chgData name="Jafet Baca" userId="e9aa8a7d9ee7777b" providerId="LiveId" clId="{311F5A97-4221-4547-8FCC-FE69D99686D5}" dt="2025-08-27T13:34:20.459" v="1007" actId="47"/>
        <pc:sldMkLst>
          <pc:docMk/>
          <pc:sldMk cId="0" sldId="257"/>
        </pc:sldMkLst>
      </pc:sldChg>
      <pc:sldChg chg="addSp delSp modSp mod chgLayout">
        <pc:chgData name="Jafet Baca" userId="e9aa8a7d9ee7777b" providerId="LiveId" clId="{311F5A97-4221-4547-8FCC-FE69D99686D5}" dt="2025-08-28T01:54:06.188" v="1501" actId="20577"/>
        <pc:sldMkLst>
          <pc:docMk/>
          <pc:sldMk cId="0" sldId="258"/>
        </pc:sldMkLst>
      </pc:sldChg>
      <pc:sldChg chg="del">
        <pc:chgData name="Jafet Baca" userId="e9aa8a7d9ee7777b" providerId="LiveId" clId="{311F5A97-4221-4547-8FCC-FE69D99686D5}" dt="2025-08-27T12:51:55.596" v="17" actId="2696"/>
        <pc:sldMkLst>
          <pc:docMk/>
          <pc:sldMk cId="0" sldId="259"/>
        </pc:sldMkLst>
      </pc:sldChg>
      <pc:sldChg chg="del">
        <pc:chgData name="Jafet Baca" userId="e9aa8a7d9ee7777b" providerId="LiveId" clId="{311F5A97-4221-4547-8FCC-FE69D99686D5}" dt="2025-08-27T12:51:59.949" v="18" actId="2696"/>
        <pc:sldMkLst>
          <pc:docMk/>
          <pc:sldMk cId="0" sldId="260"/>
        </pc:sldMkLst>
      </pc:sldChg>
      <pc:sldChg chg="addSp delSp modSp mod chgLayout">
        <pc:chgData name="Jafet Baca" userId="e9aa8a7d9ee7777b" providerId="LiveId" clId="{311F5A97-4221-4547-8FCC-FE69D99686D5}" dt="2025-08-28T01:49:37.503" v="1416" actId="6264"/>
        <pc:sldMkLst>
          <pc:docMk/>
          <pc:sldMk cId="0" sldId="261"/>
        </pc:sldMkLst>
      </pc:sldChg>
      <pc:sldChg chg="del">
        <pc:chgData name="Jafet Baca" userId="e9aa8a7d9ee7777b" providerId="LiveId" clId="{311F5A97-4221-4547-8FCC-FE69D99686D5}" dt="2025-08-27T13:28:14.925" v="971" actId="47"/>
        <pc:sldMkLst>
          <pc:docMk/>
          <pc:sldMk cId="0" sldId="262"/>
        </pc:sldMkLst>
      </pc:sldChg>
      <pc:sldChg chg="add del">
        <pc:chgData name="Jafet Baca" userId="e9aa8a7d9ee7777b" providerId="LiveId" clId="{311F5A97-4221-4547-8FCC-FE69D99686D5}" dt="2025-08-27T13:28:35.372" v="974" actId="47"/>
        <pc:sldMkLst>
          <pc:docMk/>
          <pc:sldMk cId="0" sldId="263"/>
        </pc:sldMkLst>
      </pc:sldChg>
      <pc:sldChg chg="modSp mod">
        <pc:chgData name="Jafet Baca" userId="e9aa8a7d9ee7777b" providerId="LiveId" clId="{311F5A97-4221-4547-8FCC-FE69D99686D5}" dt="2025-08-27T13:28:46.691" v="1002" actId="20577"/>
        <pc:sldMkLst>
          <pc:docMk/>
          <pc:sldMk cId="0" sldId="264"/>
        </pc:sldMkLst>
      </pc:sldChg>
      <pc:sldChg chg="del">
        <pc:chgData name="Jafet Baca" userId="e9aa8a7d9ee7777b" providerId="LiveId" clId="{311F5A97-4221-4547-8FCC-FE69D99686D5}" dt="2025-08-27T13:28:50.992" v="1003" actId="47"/>
        <pc:sldMkLst>
          <pc:docMk/>
          <pc:sldMk cId="0" sldId="265"/>
        </pc:sldMkLst>
      </pc:sldChg>
      <pc:sldChg chg="addSp delSp modSp mod chgLayout">
        <pc:chgData name="Jafet Baca" userId="e9aa8a7d9ee7777b" providerId="LiveId" clId="{311F5A97-4221-4547-8FCC-FE69D99686D5}" dt="2025-08-28T01:52:29.906" v="1419" actId="700"/>
        <pc:sldMkLst>
          <pc:docMk/>
          <pc:sldMk cId="2448736150" sldId="266"/>
        </pc:sldMkLst>
      </pc:sldChg>
      <pc:sldChg chg="addSp delSp modSp add mod chgLayout">
        <pc:chgData name="Jafet Baca" userId="e9aa8a7d9ee7777b" providerId="LiveId" clId="{311F5A97-4221-4547-8FCC-FE69D99686D5}" dt="2025-08-28T02:20:39.519" v="1854" actId="20577"/>
        <pc:sldMkLst>
          <pc:docMk/>
          <pc:sldMk cId="146951357" sldId="267"/>
        </pc:sldMkLst>
        <pc:spChg chg="mod ord">
          <ac:chgData name="Jafet Baca" userId="e9aa8a7d9ee7777b" providerId="LiveId" clId="{311F5A97-4221-4547-8FCC-FE69D99686D5}" dt="2025-08-28T01:52:29.906" v="1419" actId="700"/>
          <ac:spMkLst>
            <pc:docMk/>
            <pc:sldMk cId="146951357" sldId="267"/>
            <ac:spMk id="78" creationId="{EC0AC41B-453D-D9CD-B169-D31E1AEDA6C3}"/>
          </ac:spMkLst>
        </pc:spChg>
        <pc:spChg chg="mod ord">
          <ac:chgData name="Jafet Baca" userId="e9aa8a7d9ee7777b" providerId="LiveId" clId="{311F5A97-4221-4547-8FCC-FE69D99686D5}" dt="2025-08-28T02:20:39.519" v="1854" actId="20577"/>
          <ac:spMkLst>
            <pc:docMk/>
            <pc:sldMk cId="146951357" sldId="267"/>
            <ac:spMk id="79" creationId="{7AC259C7-7C69-CD15-506A-04F6FA3D61AA}"/>
          </ac:spMkLst>
        </pc:spChg>
      </pc:sldChg>
      <pc:sldChg chg="addSp delSp modSp add mod chgLayout">
        <pc:chgData name="Jafet Baca" userId="e9aa8a7d9ee7777b" providerId="LiveId" clId="{311F5A97-4221-4547-8FCC-FE69D99686D5}" dt="2025-08-28T01:52:29.906" v="1419" actId="700"/>
        <pc:sldMkLst>
          <pc:docMk/>
          <pc:sldMk cId="3637055690" sldId="268"/>
        </pc:sldMkLst>
      </pc:sldChg>
      <pc:sldChg chg="addSp delSp modSp new mod chgLayout">
        <pc:chgData name="Jafet Baca" userId="e9aa8a7d9ee7777b" providerId="LiveId" clId="{311F5A97-4221-4547-8FCC-FE69D99686D5}" dt="2025-08-28T01:52:29.906" v="1419" actId="700"/>
        <pc:sldMkLst>
          <pc:docMk/>
          <pc:sldMk cId="1016271269" sldId="269"/>
        </pc:sldMkLst>
        <pc:spChg chg="mod ord">
          <ac:chgData name="Jafet Baca" userId="e9aa8a7d9ee7777b" providerId="LiveId" clId="{311F5A97-4221-4547-8FCC-FE69D99686D5}" dt="2025-08-28T01:52:29.906" v="1419" actId="700"/>
          <ac:spMkLst>
            <pc:docMk/>
            <pc:sldMk cId="1016271269" sldId="269"/>
            <ac:spMk id="2" creationId="{D7DD60EF-6E1E-4BBD-E087-F6BF07ABD533}"/>
          </ac:spMkLst>
        </pc:spChg>
        <pc:spChg chg="mod ord">
          <ac:chgData name="Jafet Baca" userId="e9aa8a7d9ee7777b" providerId="LiveId" clId="{311F5A97-4221-4547-8FCC-FE69D99686D5}" dt="2025-08-28T01:52:29.906" v="1419" actId="700"/>
          <ac:spMkLst>
            <pc:docMk/>
            <pc:sldMk cId="1016271269" sldId="269"/>
            <ac:spMk id="3" creationId="{FCF9F30A-E8BD-752C-2909-3E3A8650929C}"/>
          </ac:spMkLst>
        </pc:spChg>
      </pc:sldChg>
      <pc:sldChg chg="addSp delSp modSp add mod chgLayout">
        <pc:chgData name="Jafet Baca" userId="e9aa8a7d9ee7777b" providerId="LiveId" clId="{311F5A97-4221-4547-8FCC-FE69D99686D5}" dt="2025-08-28T01:52:29.906" v="1419" actId="700"/>
        <pc:sldMkLst>
          <pc:docMk/>
          <pc:sldMk cId="2205698864" sldId="270"/>
        </pc:sldMkLst>
      </pc:sldChg>
      <pc:sldChg chg="addSp delSp modSp add mod ord chgLayout">
        <pc:chgData name="Jafet Baca" userId="e9aa8a7d9ee7777b" providerId="LiveId" clId="{311F5A97-4221-4547-8FCC-FE69D99686D5}" dt="2025-08-28T02:13:51.979" v="1774" actId="20577"/>
        <pc:sldMkLst>
          <pc:docMk/>
          <pc:sldMk cId="3153270963" sldId="271"/>
        </pc:sldMkLst>
      </pc:sldChg>
      <pc:sldChg chg="addSp delSp modSp new mod chgLayout">
        <pc:chgData name="Jafet Baca" userId="e9aa8a7d9ee7777b" providerId="LiveId" clId="{311F5A97-4221-4547-8FCC-FE69D99686D5}" dt="2025-08-28T02:28:18.137" v="2108" actId="478"/>
        <pc:sldMkLst>
          <pc:docMk/>
          <pc:sldMk cId="3202981089" sldId="272"/>
        </pc:sldMkLst>
        <pc:spChg chg="mod ord">
          <ac:chgData name="Jafet Baca" userId="e9aa8a7d9ee7777b" providerId="LiveId" clId="{311F5A97-4221-4547-8FCC-FE69D99686D5}" dt="2025-08-28T01:49:37.503" v="1416" actId="6264"/>
          <ac:spMkLst>
            <pc:docMk/>
            <pc:sldMk cId="3202981089" sldId="272"/>
            <ac:spMk id="2" creationId="{BE16EBC7-97D4-C66E-30A6-148C30402DD5}"/>
          </ac:spMkLst>
        </pc:spChg>
        <pc:spChg chg="mod ord">
          <ac:chgData name="Jafet Baca" userId="e9aa8a7d9ee7777b" providerId="LiveId" clId="{311F5A97-4221-4547-8FCC-FE69D99686D5}" dt="2025-08-28T01:49:37.503" v="1416" actId="6264"/>
          <ac:spMkLst>
            <pc:docMk/>
            <pc:sldMk cId="3202981089" sldId="272"/>
            <ac:spMk id="4" creationId="{37A9F882-4B94-D501-2F2E-20CBA9C3B117}"/>
          </ac:spMkLst>
        </pc:spChg>
      </pc:sldChg>
      <pc:sldChg chg="modSp add del mod modTransition modClrScheme chgLayout">
        <pc:chgData name="Jafet Baca" userId="e9aa8a7d9ee7777b" providerId="LiveId" clId="{311F5A97-4221-4547-8FCC-FE69D99686D5}" dt="2025-08-27T13:36:44.646" v="1010" actId="48537"/>
        <pc:sldMkLst>
          <pc:docMk/>
          <pc:sldMk cId="1614480568" sldId="273"/>
        </pc:sldMkLst>
      </pc:sldChg>
      <pc:sldChg chg="addSp delSp modSp add mod chgLayout">
        <pc:chgData name="Jafet Baca" userId="e9aa8a7d9ee7777b" providerId="LiveId" clId="{311F5A97-4221-4547-8FCC-FE69D99686D5}" dt="2025-08-28T02:28:03.194" v="2107" actId="20577"/>
        <pc:sldMkLst>
          <pc:docMk/>
          <pc:sldMk cId="1722430344" sldId="273"/>
        </pc:sldMkLst>
      </pc:sldChg>
      <pc:sldMasterChg chg="addSldLayout delSldLayout modSldLayout">
        <pc:chgData name="Jafet Baca" userId="e9aa8a7d9ee7777b" providerId="LiveId" clId="{311F5A97-4221-4547-8FCC-FE69D99686D5}" dt="2025-08-28T01:55:31.592" v="1508" actId="14100"/>
        <pc:sldMasterMkLst>
          <pc:docMk/>
          <pc:sldMasterMk cId="0" sldId="2147483659"/>
        </pc:sldMasterMkLst>
        <pc:sldLayoutChg chg="del">
          <pc:chgData name="Jafet Baca" userId="e9aa8a7d9ee7777b" providerId="LiveId" clId="{311F5A97-4221-4547-8FCC-FE69D99686D5}" dt="2025-08-27T13:34:20.459" v="1007" actId="47"/>
          <pc:sldLayoutMkLst>
            <pc:docMk/>
            <pc:sldMasterMk cId="0" sldId="2147483659"/>
            <pc:sldLayoutMk cId="0" sldId="2147483649"/>
          </pc:sldLayoutMkLst>
        </pc:sldLayoutChg>
        <pc:sldLayoutChg chg="addSp delSp modSp mod">
          <pc:chgData name="Jafet Baca" userId="e9aa8a7d9ee7777b" providerId="LiveId" clId="{311F5A97-4221-4547-8FCC-FE69D99686D5}" dt="2025-08-28T01:53:40.895" v="1497" actId="14100"/>
          <pc:sldLayoutMkLst>
            <pc:docMk/>
            <pc:sldMasterMk cId="0" sldId="2147483659"/>
            <pc:sldLayoutMk cId="0" sldId="2147483650"/>
          </pc:sldLayoutMkLst>
          <pc:spChg chg="add mod">
            <ac:chgData name="Jafet Baca" userId="e9aa8a7d9ee7777b" providerId="LiveId" clId="{311F5A97-4221-4547-8FCC-FE69D99686D5}" dt="2025-08-28T01:50:17.244" v="1417" actId="1076"/>
            <ac:spMkLst>
              <pc:docMk/>
              <pc:sldMasterMk cId="0" sldId="2147483659"/>
              <pc:sldLayoutMk cId="0" sldId="2147483650"/>
              <ac:spMk id="3" creationId="{8E8392ED-DC59-E275-87FE-07340756A4D8}"/>
            </ac:spMkLst>
          </pc:spChg>
          <pc:spChg chg="mod">
            <ac:chgData name="Jafet Baca" userId="e9aa8a7d9ee7777b" providerId="LiveId" clId="{311F5A97-4221-4547-8FCC-FE69D99686D5}" dt="2025-08-28T01:53:05.580" v="1421" actId="14100"/>
            <ac:spMkLst>
              <pc:docMk/>
              <pc:sldMasterMk cId="0" sldId="2147483659"/>
              <pc:sldLayoutMk cId="0" sldId="2147483650"/>
              <ac:spMk id="19" creationId="{00000000-0000-0000-0000-000000000000}"/>
            </ac:spMkLst>
          </pc:spChg>
          <pc:spChg chg="mod">
            <ac:chgData name="Jafet Baca" userId="e9aa8a7d9ee7777b" providerId="LiveId" clId="{311F5A97-4221-4547-8FCC-FE69D99686D5}" dt="2025-08-28T01:53:27.465" v="1496" actId="1035"/>
            <ac:spMkLst>
              <pc:docMk/>
              <pc:sldMasterMk cId="0" sldId="2147483659"/>
              <pc:sldLayoutMk cId="0" sldId="2147483650"/>
              <ac:spMk id="20" creationId="{00000000-0000-0000-0000-000000000000}"/>
            </ac:spMkLst>
          </pc:spChg>
          <pc:spChg chg="mod">
            <ac:chgData name="Jafet Baca" userId="e9aa8a7d9ee7777b" providerId="LiveId" clId="{311F5A97-4221-4547-8FCC-FE69D99686D5}" dt="2025-08-28T01:53:40.895" v="1497" actId="14100"/>
            <ac:spMkLst>
              <pc:docMk/>
              <pc:sldMasterMk cId="0" sldId="2147483659"/>
              <pc:sldLayoutMk cId="0" sldId="2147483650"/>
              <ac:spMk id="22" creationId="{00000000-0000-0000-0000-000000000000}"/>
            </ac:spMkLst>
          </pc:spChg>
        </pc:sldLayoutChg>
        <pc:sldLayoutChg chg="del">
          <pc:chgData name="Jafet Baca" userId="e9aa8a7d9ee7777b" providerId="LiveId" clId="{311F5A97-4221-4547-8FCC-FE69D99686D5}" dt="2025-08-27T12:51:55.596" v="17" actId="2696"/>
          <pc:sldLayoutMkLst>
            <pc:docMk/>
            <pc:sldMasterMk cId="0" sldId="2147483659"/>
            <pc:sldLayoutMk cId="0" sldId="2147483651"/>
          </pc:sldLayoutMkLst>
        </pc:sldLayoutChg>
        <pc:sldLayoutChg chg="del">
          <pc:chgData name="Jafet Baca" userId="e9aa8a7d9ee7777b" providerId="LiveId" clId="{311F5A97-4221-4547-8FCC-FE69D99686D5}" dt="2025-08-27T13:28:50.992" v="1003" actId="47"/>
          <pc:sldLayoutMkLst>
            <pc:docMk/>
            <pc:sldMasterMk cId="0" sldId="2147483659"/>
            <pc:sldLayoutMk cId="0" sldId="2147483653"/>
          </pc:sldLayoutMkLst>
        </pc:sldLayoutChg>
        <pc:sldLayoutChg chg="modSp mod">
          <pc:chgData name="Jafet Baca" userId="e9aa8a7d9ee7777b" providerId="LiveId" clId="{311F5A97-4221-4547-8FCC-FE69D99686D5}" dt="2025-08-28T01:55:31.592" v="1508" actId="14100"/>
          <pc:sldLayoutMkLst>
            <pc:docMk/>
            <pc:sldMasterMk cId="0" sldId="2147483659"/>
            <pc:sldLayoutMk cId="0" sldId="2147483657"/>
          </pc:sldLayoutMkLst>
          <pc:spChg chg="mod">
            <ac:chgData name="Jafet Baca" userId="e9aa8a7d9ee7777b" providerId="LiveId" clId="{311F5A97-4221-4547-8FCC-FE69D99686D5}" dt="2025-08-28T01:55:25.174" v="1507" actId="1076"/>
            <ac:spMkLst>
              <pc:docMk/>
              <pc:sldMasterMk cId="0" sldId="2147483659"/>
              <pc:sldLayoutMk cId="0" sldId="2147483657"/>
              <ac:spMk id="58" creationId="{00000000-0000-0000-0000-000000000000}"/>
            </ac:spMkLst>
          </pc:spChg>
          <pc:spChg chg="mod">
            <ac:chgData name="Jafet Baca" userId="e9aa8a7d9ee7777b" providerId="LiveId" clId="{311F5A97-4221-4547-8FCC-FE69D99686D5}" dt="2025-08-28T01:55:31.592" v="1508" actId="14100"/>
            <ac:spMkLst>
              <pc:docMk/>
              <pc:sldMasterMk cId="0" sldId="2147483659"/>
              <pc:sldLayoutMk cId="0" sldId="2147483657"/>
              <ac:spMk id="59" creationId="{00000000-0000-0000-0000-000000000000}"/>
            </ac:spMkLst>
          </pc:spChg>
        </pc:sldLayoutChg>
        <pc:sldLayoutChg chg="add del">
          <pc:chgData name="Jafet Baca" userId="e9aa8a7d9ee7777b" providerId="LiveId" clId="{311F5A97-4221-4547-8FCC-FE69D99686D5}" dt="2025-08-27T13:28:35.372" v="974" actId="47"/>
          <pc:sldLayoutMkLst>
            <pc:docMk/>
            <pc:sldMasterMk cId="0" sldId="2147483659"/>
            <pc:sldLayoutMk cId="0" sldId="2147483658"/>
          </pc:sldLayoutMkLst>
        </pc:sldLayoutChg>
      </pc:sldMasterChg>
    </pc:docChg>
  </pc:docChgLst>
  <pc:docChgLst>
    <pc:chgData name="Jafet Baca" userId="e9aa8a7d9ee7777b" providerId="LiveId" clId="{891FC043-2C73-4761-9DD1-747827663B49}"/>
    <pc:docChg chg="undo custSel addSld delSld modSld sldOrd">
      <pc:chgData name="Jafet Baca" userId="e9aa8a7d9ee7777b" providerId="LiveId" clId="{891FC043-2C73-4761-9DD1-747827663B49}" dt="2025-09-19T13:06:28.251" v="7238" actId="20577"/>
      <pc:docMkLst>
        <pc:docMk/>
      </pc:docMkLst>
      <pc:sldChg chg="modSp mod">
        <pc:chgData name="Jafet Baca" userId="e9aa8a7d9ee7777b" providerId="LiveId" clId="{891FC043-2C73-4761-9DD1-747827663B49}" dt="2025-09-14T21:52:01.161" v="4632" actId="20577"/>
        <pc:sldMkLst>
          <pc:docMk/>
          <pc:sldMk cId="0" sldId="256"/>
        </pc:sldMkLst>
        <pc:spChg chg="mod">
          <ac:chgData name="Jafet Baca" userId="e9aa8a7d9ee7777b" providerId="LiveId" clId="{891FC043-2C73-4761-9DD1-747827663B49}" dt="2025-09-14T21:52:01.161" v="4632" actId="20577"/>
          <ac:spMkLst>
            <pc:docMk/>
            <pc:sldMk cId="0" sldId="256"/>
            <ac:spMk id="68" creationId="{00000000-0000-0000-0000-000000000000}"/>
          </ac:spMkLst>
        </pc:spChg>
      </pc:sldChg>
      <pc:sldChg chg="addSp delSp modSp del mod modClrScheme chgLayout">
        <pc:chgData name="Jafet Baca" userId="e9aa8a7d9ee7777b" providerId="LiveId" clId="{891FC043-2C73-4761-9DD1-747827663B49}" dt="2025-09-12T02:48:32.587" v="2862" actId="47"/>
        <pc:sldMkLst>
          <pc:docMk/>
          <pc:sldMk cId="0" sldId="258"/>
        </pc:sldMkLst>
      </pc:sldChg>
      <pc:sldChg chg="del">
        <pc:chgData name="Jafet Baca" userId="e9aa8a7d9ee7777b" providerId="LiveId" clId="{891FC043-2C73-4761-9DD1-747827663B49}" dt="2025-09-04T02:39:47.108" v="589" actId="47"/>
        <pc:sldMkLst>
          <pc:docMk/>
          <pc:sldMk cId="0" sldId="261"/>
        </pc:sldMkLst>
      </pc:sldChg>
      <pc:sldChg chg="del ord">
        <pc:chgData name="Jafet Baca" userId="e9aa8a7d9ee7777b" providerId="LiveId" clId="{891FC043-2C73-4761-9DD1-747827663B49}" dt="2025-09-05T03:10:32.286" v="1590" actId="47"/>
        <pc:sldMkLst>
          <pc:docMk/>
          <pc:sldMk cId="0" sldId="264"/>
        </pc:sldMkLst>
      </pc:sldChg>
      <pc:sldChg chg="del">
        <pc:chgData name="Jafet Baca" userId="e9aa8a7d9ee7777b" providerId="LiveId" clId="{891FC043-2C73-4761-9DD1-747827663B49}" dt="2025-09-04T02:45:42.436" v="668" actId="47"/>
        <pc:sldMkLst>
          <pc:docMk/>
          <pc:sldMk cId="2448736150" sldId="266"/>
        </pc:sldMkLst>
      </pc:sldChg>
      <pc:sldChg chg="addSp delSp modSp mod">
        <pc:chgData name="Jafet Baca" userId="e9aa8a7d9ee7777b" providerId="LiveId" clId="{891FC043-2C73-4761-9DD1-747827663B49}" dt="2025-09-19T13:06:28.251" v="7238" actId="20577"/>
        <pc:sldMkLst>
          <pc:docMk/>
          <pc:sldMk cId="146951357" sldId="267"/>
        </pc:sldMkLst>
        <pc:spChg chg="mod">
          <ac:chgData name="Jafet Baca" userId="e9aa8a7d9ee7777b" providerId="LiveId" clId="{891FC043-2C73-4761-9DD1-747827663B49}" dt="2025-09-14T21:53:29.987" v="4753" actId="20577"/>
          <ac:spMkLst>
            <pc:docMk/>
            <pc:sldMk cId="146951357" sldId="267"/>
            <ac:spMk id="78" creationId="{EC0AC41B-453D-D9CD-B169-D31E1AEDA6C3}"/>
          </ac:spMkLst>
        </pc:spChg>
        <pc:spChg chg="mod">
          <ac:chgData name="Jafet Baca" userId="e9aa8a7d9ee7777b" providerId="LiveId" clId="{891FC043-2C73-4761-9DD1-747827663B49}" dt="2025-09-19T13:06:28.251" v="7238" actId="20577"/>
          <ac:spMkLst>
            <pc:docMk/>
            <pc:sldMk cId="146951357" sldId="267"/>
            <ac:spMk id="79" creationId="{7AC259C7-7C69-CD15-506A-04F6FA3D61AA}"/>
          </ac:spMkLst>
        </pc:spChg>
        <pc:picChg chg="add mod">
          <ac:chgData name="Jafet Baca" userId="e9aa8a7d9ee7777b" providerId="LiveId" clId="{891FC043-2C73-4761-9DD1-747827663B49}" dt="2025-09-17T15:45:05.501" v="5845" actId="1036"/>
          <ac:picMkLst>
            <pc:docMk/>
            <pc:sldMk cId="146951357" sldId="267"/>
            <ac:picMk id="7" creationId="{6D62AA7A-A3AD-006E-9399-1AEE9D42C4A3}"/>
          </ac:picMkLst>
        </pc:picChg>
      </pc:sldChg>
      <pc:sldChg chg="addSp modSp del mod">
        <pc:chgData name="Jafet Baca" userId="e9aa8a7d9ee7777b" providerId="LiveId" clId="{891FC043-2C73-4761-9DD1-747827663B49}" dt="2025-09-12T03:07:20.757" v="3192" actId="47"/>
        <pc:sldMkLst>
          <pc:docMk/>
          <pc:sldMk cId="3637055690" sldId="268"/>
        </pc:sldMkLst>
      </pc:sldChg>
      <pc:sldChg chg="addSp delSp modSp mod">
        <pc:chgData name="Jafet Baca" userId="e9aa8a7d9ee7777b" providerId="LiveId" clId="{891FC043-2C73-4761-9DD1-747827663B49}" dt="2025-09-18T21:52:37.622" v="7044" actId="12"/>
        <pc:sldMkLst>
          <pc:docMk/>
          <pc:sldMk cId="1016271269" sldId="269"/>
        </pc:sldMkLst>
        <pc:spChg chg="mod">
          <ac:chgData name="Jafet Baca" userId="e9aa8a7d9ee7777b" providerId="LiveId" clId="{891FC043-2C73-4761-9DD1-747827663B49}" dt="2025-09-14T21:55:44.298" v="5234" actId="20577"/>
          <ac:spMkLst>
            <pc:docMk/>
            <pc:sldMk cId="1016271269" sldId="269"/>
            <ac:spMk id="2" creationId="{D7DD60EF-6E1E-4BBD-E087-F6BF07ABD533}"/>
          </ac:spMkLst>
        </pc:spChg>
        <pc:spChg chg="mod">
          <ac:chgData name="Jafet Baca" userId="e9aa8a7d9ee7777b" providerId="LiveId" clId="{891FC043-2C73-4761-9DD1-747827663B49}" dt="2025-09-18T21:52:37.622" v="7044" actId="12"/>
          <ac:spMkLst>
            <pc:docMk/>
            <pc:sldMk cId="1016271269" sldId="269"/>
            <ac:spMk id="3" creationId="{FCF9F30A-E8BD-752C-2909-3E3A8650929C}"/>
          </ac:spMkLst>
        </pc:spChg>
        <pc:picChg chg="add mod">
          <ac:chgData name="Jafet Baca" userId="e9aa8a7d9ee7777b" providerId="LiveId" clId="{891FC043-2C73-4761-9DD1-747827663B49}" dt="2025-09-17T15:45:48.276" v="5892" actId="1036"/>
          <ac:picMkLst>
            <pc:docMk/>
            <pc:sldMk cId="1016271269" sldId="269"/>
            <ac:picMk id="9" creationId="{886C6CFF-9380-59C4-F077-0306D299CCD0}"/>
          </ac:picMkLst>
        </pc:picChg>
      </pc:sldChg>
      <pc:sldChg chg="modSp del mod">
        <pc:chgData name="Jafet Baca" userId="e9aa8a7d9ee7777b" providerId="LiveId" clId="{891FC043-2C73-4761-9DD1-747827663B49}" dt="2025-09-04T02:39:45.190" v="588" actId="47"/>
        <pc:sldMkLst>
          <pc:docMk/>
          <pc:sldMk cId="2205698864" sldId="270"/>
        </pc:sldMkLst>
      </pc:sldChg>
      <pc:sldChg chg="del">
        <pc:chgData name="Jafet Baca" userId="e9aa8a7d9ee7777b" providerId="LiveId" clId="{891FC043-2C73-4761-9DD1-747827663B49}" dt="2025-09-04T02:39:47.646" v="590" actId="47"/>
        <pc:sldMkLst>
          <pc:docMk/>
          <pc:sldMk cId="3153270963" sldId="271"/>
        </pc:sldMkLst>
      </pc:sldChg>
      <pc:sldChg chg="modSp mod">
        <pc:chgData name="Jafet Baca" userId="e9aa8a7d9ee7777b" providerId="LiveId" clId="{891FC043-2C73-4761-9DD1-747827663B49}" dt="2025-09-14T22:06:33.411" v="5744" actId="20577"/>
        <pc:sldMkLst>
          <pc:docMk/>
          <pc:sldMk cId="3202981089" sldId="272"/>
        </pc:sldMkLst>
        <pc:spChg chg="mod">
          <ac:chgData name="Jafet Baca" userId="e9aa8a7d9ee7777b" providerId="LiveId" clId="{891FC043-2C73-4761-9DD1-747827663B49}" dt="2025-09-14T22:06:33.411" v="5744" actId="20577"/>
          <ac:spMkLst>
            <pc:docMk/>
            <pc:sldMk cId="3202981089" sldId="272"/>
            <ac:spMk id="4" creationId="{37A9F882-4B94-D501-2F2E-20CBA9C3B117}"/>
          </ac:spMkLst>
        </pc:spChg>
      </pc:sldChg>
      <pc:sldChg chg="del">
        <pc:chgData name="Jafet Baca" userId="e9aa8a7d9ee7777b" providerId="LiveId" clId="{891FC043-2C73-4761-9DD1-747827663B49}" dt="2025-09-04T02:39:48.043" v="591" actId="47"/>
        <pc:sldMkLst>
          <pc:docMk/>
          <pc:sldMk cId="1722430344" sldId="273"/>
        </pc:sldMkLst>
      </pc:sldChg>
      <pc:sldChg chg="addSp delSp modSp new del mod ord">
        <pc:chgData name="Jafet Baca" userId="e9aa8a7d9ee7777b" providerId="LiveId" clId="{891FC043-2C73-4761-9DD1-747827663B49}" dt="2025-09-12T03:48:21.607" v="4458" actId="47"/>
        <pc:sldMkLst>
          <pc:docMk/>
          <pc:sldMk cId="2575696424" sldId="274"/>
        </pc:sldMkLst>
      </pc:sldChg>
      <pc:sldChg chg="delSp modSp new mod">
        <pc:chgData name="Jafet Baca" userId="e9aa8a7d9ee7777b" providerId="LiveId" clId="{891FC043-2C73-4761-9DD1-747827663B49}" dt="2025-09-14T21:52:32.190" v="4725" actId="20577"/>
        <pc:sldMkLst>
          <pc:docMk/>
          <pc:sldMk cId="1467760601" sldId="275"/>
        </pc:sldMkLst>
        <pc:spChg chg="mod">
          <ac:chgData name="Jafet Baca" userId="e9aa8a7d9ee7777b" providerId="LiveId" clId="{891FC043-2C73-4761-9DD1-747827663B49}" dt="2025-09-03T03:26:34.012" v="74" actId="20577"/>
          <ac:spMkLst>
            <pc:docMk/>
            <pc:sldMk cId="1467760601" sldId="275"/>
            <ac:spMk id="2" creationId="{0572298A-0E3B-1B4E-5597-CC94CCDA6525}"/>
          </ac:spMkLst>
        </pc:spChg>
        <pc:spChg chg="mod">
          <ac:chgData name="Jafet Baca" userId="e9aa8a7d9ee7777b" providerId="LiveId" clId="{891FC043-2C73-4761-9DD1-747827663B49}" dt="2025-09-14T21:52:32.190" v="4725" actId="20577"/>
          <ac:spMkLst>
            <pc:docMk/>
            <pc:sldMk cId="1467760601" sldId="275"/>
            <ac:spMk id="4" creationId="{717FF9DD-6B19-C7F8-E477-8D03D7012FDA}"/>
          </ac:spMkLst>
        </pc:spChg>
      </pc:sldChg>
      <pc:sldChg chg="delSp new del mod">
        <pc:chgData name="Jafet Baca" userId="e9aa8a7d9ee7777b" providerId="LiveId" clId="{891FC043-2C73-4761-9DD1-747827663B49}" dt="2025-09-04T02:50:38.295" v="734" actId="47"/>
        <pc:sldMkLst>
          <pc:docMk/>
          <pc:sldMk cId="2511661208" sldId="276"/>
        </pc:sldMkLst>
      </pc:sldChg>
      <pc:sldChg chg="addSp modSp new del mod">
        <pc:chgData name="Jafet Baca" userId="e9aa8a7d9ee7777b" providerId="LiveId" clId="{891FC043-2C73-4761-9DD1-747827663B49}" dt="2025-09-12T02:48:31.550" v="2861" actId="47"/>
        <pc:sldMkLst>
          <pc:docMk/>
          <pc:sldMk cId="1779318987" sldId="277"/>
        </pc:sldMkLst>
      </pc:sldChg>
      <pc:sldChg chg="addSp modSp new del mod">
        <pc:chgData name="Jafet Baca" userId="e9aa8a7d9ee7777b" providerId="LiveId" clId="{891FC043-2C73-4761-9DD1-747827663B49}" dt="2025-09-12T03:09:31.424" v="3212" actId="47"/>
        <pc:sldMkLst>
          <pc:docMk/>
          <pc:sldMk cId="2707309365" sldId="278"/>
        </pc:sldMkLst>
      </pc:sldChg>
      <pc:sldChg chg="addSp delSp modSp new del mod">
        <pc:chgData name="Jafet Baca" userId="e9aa8a7d9ee7777b" providerId="LiveId" clId="{891FC043-2C73-4761-9DD1-747827663B49}" dt="2025-09-12T03:09:35.317" v="3213" actId="47"/>
        <pc:sldMkLst>
          <pc:docMk/>
          <pc:sldMk cId="1903200020" sldId="279"/>
        </pc:sldMkLst>
      </pc:sldChg>
      <pc:sldChg chg="addSp delSp modSp new del mod">
        <pc:chgData name="Jafet Baca" userId="e9aa8a7d9ee7777b" providerId="LiveId" clId="{891FC043-2C73-4761-9DD1-747827663B49}" dt="2025-09-12T03:12:14.456" v="3407" actId="47"/>
        <pc:sldMkLst>
          <pc:docMk/>
          <pc:sldMk cId="2048493059" sldId="280"/>
        </pc:sldMkLst>
      </pc:sldChg>
      <pc:sldChg chg="addSp modSp new del mod">
        <pc:chgData name="Jafet Baca" userId="e9aa8a7d9ee7777b" providerId="LiveId" clId="{891FC043-2C73-4761-9DD1-747827663B49}" dt="2025-09-12T03:12:15.177" v="3408" actId="47"/>
        <pc:sldMkLst>
          <pc:docMk/>
          <pc:sldMk cId="2182360206" sldId="281"/>
        </pc:sldMkLst>
      </pc:sldChg>
      <pc:sldChg chg="modSp new del mod">
        <pc:chgData name="Jafet Baca" userId="e9aa8a7d9ee7777b" providerId="LiveId" clId="{891FC043-2C73-4761-9DD1-747827663B49}" dt="2025-09-12T03:12:16.902" v="3409" actId="47"/>
        <pc:sldMkLst>
          <pc:docMk/>
          <pc:sldMk cId="1285840324" sldId="282"/>
        </pc:sldMkLst>
      </pc:sldChg>
      <pc:sldChg chg="addSp modSp new del mod">
        <pc:chgData name="Jafet Baca" userId="e9aa8a7d9ee7777b" providerId="LiveId" clId="{891FC043-2C73-4761-9DD1-747827663B49}" dt="2025-09-12T03:12:18.285" v="3410" actId="47"/>
        <pc:sldMkLst>
          <pc:docMk/>
          <pc:sldMk cId="29429203" sldId="283"/>
        </pc:sldMkLst>
      </pc:sldChg>
      <pc:sldChg chg="addSp delSp modSp new del mod modClrScheme chgLayout">
        <pc:chgData name="Jafet Baca" userId="e9aa8a7d9ee7777b" providerId="LiveId" clId="{891FC043-2C73-4761-9DD1-747827663B49}" dt="2025-09-12T03:12:19.504" v="3411" actId="47"/>
        <pc:sldMkLst>
          <pc:docMk/>
          <pc:sldMk cId="3213340031" sldId="284"/>
        </pc:sldMkLst>
      </pc:sldChg>
      <pc:sldChg chg="addSp delSp modSp new mod modClrScheme chgLayout">
        <pc:chgData name="Jafet Baca" userId="e9aa8a7d9ee7777b" providerId="LiveId" clId="{891FC043-2C73-4761-9DD1-747827663B49}" dt="2025-09-18T21:55:53.635" v="7062"/>
        <pc:sldMkLst>
          <pc:docMk/>
          <pc:sldMk cId="3132385390" sldId="285"/>
        </pc:sldMkLst>
        <pc:spChg chg="del mod ord">
          <ac:chgData name="Jafet Baca" userId="e9aa8a7d9ee7777b" providerId="LiveId" clId="{891FC043-2C73-4761-9DD1-747827663B49}" dt="2025-09-18T18:53:01.212" v="5933" actId="700"/>
          <ac:spMkLst>
            <pc:docMk/>
            <pc:sldMk cId="3132385390" sldId="285"/>
            <ac:spMk id="2" creationId="{090FD523-8FE3-89F0-4095-43D5EAD50F7B}"/>
          </ac:spMkLst>
        </pc:spChg>
        <pc:spChg chg="del mod ord">
          <ac:chgData name="Jafet Baca" userId="e9aa8a7d9ee7777b" providerId="LiveId" clId="{891FC043-2C73-4761-9DD1-747827663B49}" dt="2025-09-18T18:54:32.778" v="6235" actId="478"/>
          <ac:spMkLst>
            <pc:docMk/>
            <pc:sldMk cId="3132385390" sldId="285"/>
            <ac:spMk id="3" creationId="{49F7AF94-E3A7-A33D-3A9E-AC8E4375B0E7}"/>
          </ac:spMkLst>
        </pc:spChg>
        <pc:spChg chg="add del mod ord">
          <ac:chgData name="Jafet Baca" userId="e9aa8a7d9ee7777b" providerId="LiveId" clId="{891FC043-2C73-4761-9DD1-747827663B49}" dt="2025-09-18T18:54:30.092" v="6234" actId="478"/>
          <ac:spMkLst>
            <pc:docMk/>
            <pc:sldMk cId="3132385390" sldId="285"/>
            <ac:spMk id="4" creationId="{FFD6B343-50DC-0CE5-490B-773B16F467D6}"/>
          </ac:spMkLst>
        </pc:spChg>
        <pc:spChg chg="add mod ord">
          <ac:chgData name="Jafet Baca" userId="e9aa8a7d9ee7777b" providerId="LiveId" clId="{891FC043-2C73-4761-9DD1-747827663B49}" dt="2025-09-18T21:55:53.635" v="7062"/>
          <ac:spMkLst>
            <pc:docMk/>
            <pc:sldMk cId="3132385390" sldId="285"/>
            <ac:spMk id="5" creationId="{1974DF6A-9D93-BEC3-5E08-8F7B7E04A27F}"/>
          </ac:spMkLst>
        </pc:spChg>
        <pc:spChg chg="add del mod">
          <ac:chgData name="Jafet Baca" userId="e9aa8a7d9ee7777b" providerId="LiveId" clId="{891FC043-2C73-4761-9DD1-747827663B49}" dt="2025-09-18T18:54:34.894" v="6236" actId="478"/>
          <ac:spMkLst>
            <pc:docMk/>
            <pc:sldMk cId="3132385390" sldId="285"/>
            <ac:spMk id="7" creationId="{D329992C-221A-91C1-A7B3-AD24F9ADA728}"/>
          </ac:spMkLst>
        </pc:spChg>
        <pc:spChg chg="add mod">
          <ac:chgData name="Jafet Baca" userId="e9aa8a7d9ee7777b" providerId="LiveId" clId="{891FC043-2C73-4761-9DD1-747827663B49}" dt="2025-09-18T21:55:36.865" v="7061" actId="113"/>
          <ac:spMkLst>
            <pc:docMk/>
            <pc:sldMk cId="3132385390" sldId="285"/>
            <ac:spMk id="8" creationId="{CFB2B318-F85C-12CD-DA98-EAF41CA1365E}"/>
          </ac:spMkLst>
        </pc:spChg>
        <pc:spChg chg="add mod">
          <ac:chgData name="Jafet Baca" userId="e9aa8a7d9ee7777b" providerId="LiveId" clId="{891FC043-2C73-4761-9DD1-747827663B49}" dt="2025-09-18T21:51:10.833" v="7029" actId="404"/>
          <ac:spMkLst>
            <pc:docMk/>
            <pc:sldMk cId="3132385390" sldId="285"/>
            <ac:spMk id="9" creationId="{DA08F762-51C0-6AE7-6353-3C4AD4AF2CD4}"/>
          </ac:spMkLst>
        </pc:spChg>
        <pc:spChg chg="add mod">
          <ac:chgData name="Jafet Baca" userId="e9aa8a7d9ee7777b" providerId="LiveId" clId="{891FC043-2C73-4761-9DD1-747827663B49}" dt="2025-09-18T21:51:20.739" v="7030" actId="207"/>
          <ac:spMkLst>
            <pc:docMk/>
            <pc:sldMk cId="3132385390" sldId="285"/>
            <ac:spMk id="10" creationId="{46188236-702E-2713-7B0C-2F097BE46E91}"/>
          </ac:spMkLst>
        </pc:spChg>
      </pc:sldChg>
      <pc:sldChg chg="addSp delSp modSp new add del mod ord">
        <pc:chgData name="Jafet Baca" userId="e9aa8a7d9ee7777b" providerId="LiveId" clId="{891FC043-2C73-4761-9DD1-747827663B49}" dt="2025-09-18T21:41:34.580" v="6940" actId="732"/>
        <pc:sldMkLst>
          <pc:docMk/>
          <pc:sldMk cId="53525135" sldId="286"/>
        </pc:sldMkLst>
        <pc:spChg chg="del mod">
          <ac:chgData name="Jafet Baca" userId="e9aa8a7d9ee7777b" providerId="LiveId" clId="{891FC043-2C73-4761-9DD1-747827663B49}" dt="2025-09-18T21:37:53.174" v="6932" actId="478"/>
          <ac:spMkLst>
            <pc:docMk/>
            <pc:sldMk cId="53525135" sldId="286"/>
            <ac:spMk id="2" creationId="{1AA11271-15A8-E396-9169-A82E235ED229}"/>
          </ac:spMkLst>
        </pc:spChg>
        <pc:spChg chg="mod">
          <ac:chgData name="Jafet Baca" userId="e9aa8a7d9ee7777b" providerId="LiveId" clId="{891FC043-2C73-4761-9DD1-747827663B49}" dt="2025-09-14T22:04:45.446" v="5614" actId="20577"/>
          <ac:spMkLst>
            <pc:docMk/>
            <pc:sldMk cId="53525135" sldId="286"/>
            <ac:spMk id="3" creationId="{680C498D-3DD7-C584-345E-C572B28C0F22}"/>
          </ac:spMkLst>
        </pc:spChg>
        <pc:picChg chg="add mod modCrop">
          <ac:chgData name="Jafet Baca" userId="e9aa8a7d9ee7777b" providerId="LiveId" clId="{891FC043-2C73-4761-9DD1-747827663B49}" dt="2025-09-18T21:37:56.750" v="6933" actId="1076"/>
          <ac:picMkLst>
            <pc:docMk/>
            <pc:sldMk cId="53525135" sldId="286"/>
            <ac:picMk id="5" creationId="{AFA578B0-319E-ADEF-60EE-1A1502447C68}"/>
          </ac:picMkLst>
        </pc:picChg>
        <pc:picChg chg="add mod modCrop">
          <ac:chgData name="Jafet Baca" userId="e9aa8a7d9ee7777b" providerId="LiveId" clId="{891FC043-2C73-4761-9DD1-747827663B49}" dt="2025-09-18T21:41:34.580" v="6940" actId="732"/>
          <ac:picMkLst>
            <pc:docMk/>
            <pc:sldMk cId="53525135" sldId="286"/>
            <ac:picMk id="7" creationId="{D1B22371-F968-3AE8-7CEA-70BB714F0EF5}"/>
          </ac:picMkLst>
        </pc:picChg>
      </pc:sldChg>
      <pc:sldChg chg="addSp delSp modSp new mod">
        <pc:chgData name="Jafet Baca" userId="e9aa8a7d9ee7777b" providerId="LiveId" clId="{891FC043-2C73-4761-9DD1-747827663B49}" dt="2025-09-18T21:36:47.989" v="6926" actId="1076"/>
        <pc:sldMkLst>
          <pc:docMk/>
          <pc:sldMk cId="101706889" sldId="287"/>
        </pc:sldMkLst>
        <pc:spChg chg="mod">
          <ac:chgData name="Jafet Baca" userId="e9aa8a7d9ee7777b" providerId="LiveId" clId="{891FC043-2C73-4761-9DD1-747827663B49}" dt="2025-09-18T21:34:28.076" v="6921" actId="1076"/>
          <ac:spMkLst>
            <pc:docMk/>
            <pc:sldMk cId="101706889" sldId="287"/>
            <ac:spMk id="2" creationId="{6EDC1F30-934E-D72C-8676-BDC333E40B25}"/>
          </ac:spMkLst>
        </pc:spChg>
        <pc:spChg chg="mod">
          <ac:chgData name="Jafet Baca" userId="e9aa8a7d9ee7777b" providerId="LiveId" clId="{891FC043-2C73-4761-9DD1-747827663B49}" dt="2025-09-18T21:33:54.763" v="6917" actId="20577"/>
          <ac:spMkLst>
            <pc:docMk/>
            <pc:sldMk cId="101706889" sldId="287"/>
            <ac:spMk id="3" creationId="{F72B7F9B-E9EB-AF57-7463-054397222FBC}"/>
          </ac:spMkLst>
        </pc:spChg>
        <pc:picChg chg="add mod modCrop">
          <ac:chgData name="Jafet Baca" userId="e9aa8a7d9ee7777b" providerId="LiveId" clId="{891FC043-2C73-4761-9DD1-747827663B49}" dt="2025-09-18T21:36:47.989" v="6926" actId="1076"/>
          <ac:picMkLst>
            <pc:docMk/>
            <pc:sldMk cId="101706889" sldId="287"/>
            <ac:picMk id="5" creationId="{4CE30C84-F2A8-A8F8-8A83-14B1B69EBC0F}"/>
          </ac:picMkLst>
        </pc:picChg>
      </pc:sldChg>
      <pc:sldChg chg="addSp delSp modSp new mod">
        <pc:chgData name="Jafet Baca" userId="e9aa8a7d9ee7777b" providerId="LiveId" clId="{891FC043-2C73-4761-9DD1-747827663B49}" dt="2025-09-18T21:59:45.240" v="7237" actId="20577"/>
        <pc:sldMkLst>
          <pc:docMk/>
          <pc:sldMk cId="3707435978" sldId="288"/>
        </pc:sldMkLst>
        <pc:spChg chg="add del mod">
          <ac:chgData name="Jafet Baca" userId="e9aa8a7d9ee7777b" providerId="LiveId" clId="{891FC043-2C73-4761-9DD1-747827663B49}" dt="2025-09-18T21:59:45.240" v="7237" actId="20577"/>
          <ac:spMkLst>
            <pc:docMk/>
            <pc:sldMk cId="3707435978" sldId="288"/>
            <ac:spMk id="2" creationId="{BD0F855F-63C4-5E5B-F8A7-FDB812AA2D35}"/>
          </ac:spMkLst>
        </pc:spChg>
        <pc:spChg chg="mod">
          <ac:chgData name="Jafet Baca" userId="e9aa8a7d9ee7777b" providerId="LiveId" clId="{891FC043-2C73-4761-9DD1-747827663B49}" dt="2025-09-05T03:42:25.943" v="1848" actId="20577"/>
          <ac:spMkLst>
            <pc:docMk/>
            <pc:sldMk cId="3707435978" sldId="288"/>
            <ac:spMk id="3" creationId="{FD20C7DB-00DE-138A-A741-BDAA2127EE16}"/>
          </ac:spMkLst>
        </pc:spChg>
      </pc:sldChg>
      <pc:sldChg chg="modSp new del mod">
        <pc:chgData name="Jafet Baca" userId="e9aa8a7d9ee7777b" providerId="LiveId" clId="{891FC043-2C73-4761-9DD1-747827663B49}" dt="2025-09-12T03:09:36.309" v="3214" actId="47"/>
        <pc:sldMkLst>
          <pc:docMk/>
          <pc:sldMk cId="1966814637" sldId="289"/>
        </pc:sldMkLst>
      </pc:sldChg>
      <pc:sldChg chg="addSp delSp modSp new mod">
        <pc:chgData name="Jafet Baca" userId="e9aa8a7d9ee7777b" providerId="LiveId" clId="{891FC043-2C73-4761-9DD1-747827663B49}" dt="2025-09-17T15:31:02.941" v="5755" actId="1076"/>
        <pc:sldMkLst>
          <pc:docMk/>
          <pc:sldMk cId="377898415" sldId="290"/>
        </pc:sldMkLst>
        <pc:spChg chg="mod">
          <ac:chgData name="Jafet Baca" userId="e9aa8a7d9ee7777b" providerId="LiveId" clId="{891FC043-2C73-4761-9DD1-747827663B49}" dt="2025-09-14T21:55:26.118" v="5167" actId="20577"/>
          <ac:spMkLst>
            <pc:docMk/>
            <pc:sldMk cId="377898415" sldId="290"/>
            <ac:spMk id="2" creationId="{C5ED294F-26CC-8AA1-1DBB-B20A222C17AA}"/>
          </ac:spMkLst>
        </pc:spChg>
        <pc:spChg chg="mod">
          <ac:chgData name="Jafet Baca" userId="e9aa8a7d9ee7777b" providerId="LiveId" clId="{891FC043-2C73-4761-9DD1-747827663B49}" dt="2025-09-14T21:54:40.336" v="4978" actId="20577"/>
          <ac:spMkLst>
            <pc:docMk/>
            <pc:sldMk cId="377898415" sldId="290"/>
            <ac:spMk id="3" creationId="{F7ED4B6A-92A6-2C23-3A99-AB7995DDF26F}"/>
          </ac:spMkLst>
        </pc:spChg>
        <pc:picChg chg="add mod">
          <ac:chgData name="Jafet Baca" userId="e9aa8a7d9ee7777b" providerId="LiveId" clId="{891FC043-2C73-4761-9DD1-747827663B49}" dt="2025-09-17T15:31:02.941" v="5755" actId="1076"/>
          <ac:picMkLst>
            <pc:docMk/>
            <pc:sldMk cId="377898415" sldId="290"/>
            <ac:picMk id="5" creationId="{E0313235-CA08-8439-DEC9-736EAB36CC6E}"/>
          </ac:picMkLst>
        </pc:picChg>
      </pc:sldChg>
      <pc:sldChg chg="addSp delSp modSp new mod">
        <pc:chgData name="Jafet Baca" userId="e9aa8a7d9ee7777b" providerId="LiveId" clId="{891FC043-2C73-4761-9DD1-747827663B49}" dt="2025-09-18T18:50:49.840" v="5932" actId="22"/>
        <pc:sldMkLst>
          <pc:docMk/>
          <pc:sldMk cId="2000719285" sldId="291"/>
        </pc:sldMkLst>
        <pc:spChg chg="mod">
          <ac:chgData name="Jafet Baca" userId="e9aa8a7d9ee7777b" providerId="LiveId" clId="{891FC043-2C73-4761-9DD1-747827663B49}" dt="2025-09-14T21:57:08.931" v="5497" actId="20577"/>
          <ac:spMkLst>
            <pc:docMk/>
            <pc:sldMk cId="2000719285" sldId="291"/>
            <ac:spMk id="3" creationId="{396C7398-E4EC-C1F5-2FE8-FF55CA84C4E3}"/>
          </ac:spMkLst>
        </pc:spChg>
        <pc:picChg chg="add">
          <ac:chgData name="Jafet Baca" userId="e9aa8a7d9ee7777b" providerId="LiveId" clId="{891FC043-2C73-4761-9DD1-747827663B49}" dt="2025-09-18T18:50:49.840" v="5932" actId="22"/>
          <ac:picMkLst>
            <pc:docMk/>
            <pc:sldMk cId="2000719285" sldId="291"/>
            <ac:picMk id="4" creationId="{A4E3EEFE-CF98-5366-8D42-8F5A36220A77}"/>
          </ac:picMkLst>
        </pc:picChg>
        <pc:picChg chg="add del mod">
          <ac:chgData name="Jafet Baca" userId="e9aa8a7d9ee7777b" providerId="LiveId" clId="{891FC043-2C73-4761-9DD1-747827663B49}" dt="2025-09-18T18:50:48.032" v="5931" actId="478"/>
          <ac:picMkLst>
            <pc:docMk/>
            <pc:sldMk cId="2000719285" sldId="291"/>
            <ac:picMk id="5" creationId="{BA0F01C1-3416-45B3-C22B-A9C066A47F30}"/>
          </ac:picMkLst>
        </pc:picChg>
      </pc:sldChg>
      <pc:sldChg chg="delSp add del mod">
        <pc:chgData name="Jafet Baca" userId="e9aa8a7d9ee7777b" providerId="LiveId" clId="{891FC043-2C73-4761-9DD1-747827663B49}" dt="2025-09-12T03:43:43.760" v="4317" actId="47"/>
        <pc:sldMkLst>
          <pc:docMk/>
          <pc:sldMk cId="1269920315" sldId="292"/>
        </pc:sldMkLst>
      </pc:sldChg>
      <pc:sldChg chg="addSp delSp modSp add del mod">
        <pc:chgData name="Jafet Baca" userId="e9aa8a7d9ee7777b" providerId="LiveId" clId="{891FC043-2C73-4761-9DD1-747827663B49}" dt="2025-09-18T19:02:11.362" v="6564" actId="47"/>
        <pc:sldMkLst>
          <pc:docMk/>
          <pc:sldMk cId="2633089542" sldId="293"/>
        </pc:sldMkLst>
        <pc:picChg chg="add del">
          <ac:chgData name="Jafet Baca" userId="e9aa8a7d9ee7777b" providerId="LiveId" clId="{891FC043-2C73-4761-9DD1-747827663B49}" dt="2025-09-18T19:01:40.241" v="6545" actId="21"/>
          <ac:picMkLst>
            <pc:docMk/>
            <pc:sldMk cId="2633089542" sldId="293"/>
            <ac:picMk id="5" creationId="{2A11C084-CFFA-EF11-1A52-32BAA0BDD728}"/>
          </ac:picMkLst>
        </pc:picChg>
      </pc:sldChg>
      <pc:sldChg chg="addSp delSp modSp add del mod">
        <pc:chgData name="Jafet Baca" userId="e9aa8a7d9ee7777b" providerId="LiveId" clId="{891FC043-2C73-4761-9DD1-747827663B49}" dt="2025-09-14T22:05:49.176" v="5707" actId="2696"/>
        <pc:sldMkLst>
          <pc:docMk/>
          <pc:sldMk cId="1769580752" sldId="294"/>
        </pc:sldMkLst>
      </pc:sldChg>
      <pc:sldChg chg="addSp delSp modSp add mod ord">
        <pc:chgData name="Jafet Baca" userId="e9aa8a7d9ee7777b" providerId="LiveId" clId="{891FC043-2C73-4761-9DD1-747827663B49}" dt="2025-09-18T21:33:03.684" v="6896" actId="1076"/>
        <pc:sldMkLst>
          <pc:docMk/>
          <pc:sldMk cId="2352672421" sldId="294"/>
        </pc:sldMkLst>
        <pc:spChg chg="del">
          <ac:chgData name="Jafet Baca" userId="e9aa8a7d9ee7777b" providerId="LiveId" clId="{891FC043-2C73-4761-9DD1-747827663B49}" dt="2025-09-18T21:32:43.295" v="6867" actId="478"/>
          <ac:spMkLst>
            <pc:docMk/>
            <pc:sldMk cId="2352672421" sldId="294"/>
            <ac:spMk id="2" creationId="{BBA0728F-6849-EC3F-5039-38D29F3C11D9}"/>
          </ac:spMkLst>
        </pc:spChg>
        <pc:spChg chg="mod">
          <ac:chgData name="Jafet Baca" userId="e9aa8a7d9ee7777b" providerId="LiveId" clId="{891FC043-2C73-4761-9DD1-747827663B49}" dt="2025-09-18T19:04:35.614" v="6865" actId="20577"/>
          <ac:spMkLst>
            <pc:docMk/>
            <pc:sldMk cId="2352672421" sldId="294"/>
            <ac:spMk id="3" creationId="{BCB86112-8048-B2EF-3AE6-BE625745DF3B}"/>
          </ac:spMkLst>
        </pc:spChg>
        <pc:picChg chg="add mod">
          <ac:chgData name="Jafet Baca" userId="e9aa8a7d9ee7777b" providerId="LiveId" clId="{891FC043-2C73-4761-9DD1-747827663B49}" dt="2025-09-18T21:33:03.684" v="6896" actId="1076"/>
          <ac:picMkLst>
            <pc:docMk/>
            <pc:sldMk cId="2352672421" sldId="294"/>
            <ac:picMk id="5" creationId="{18FE52DF-ACEE-BC83-95D9-3D462091D870}"/>
          </ac:picMkLst>
        </pc:picChg>
      </pc:sldChg>
      <pc:sldChg chg="addSp delSp modSp new del mod">
        <pc:chgData name="Jafet Baca" userId="e9aa8a7d9ee7777b" providerId="LiveId" clId="{891FC043-2C73-4761-9DD1-747827663B49}" dt="2025-09-14T22:06:41.315" v="5745" actId="47"/>
        <pc:sldMkLst>
          <pc:docMk/>
          <pc:sldMk cId="1210316066" sldId="295"/>
        </pc:sldMkLst>
      </pc:sldChg>
      <pc:sldMasterChg chg="delSldLayout">
        <pc:chgData name="Jafet Baca" userId="e9aa8a7d9ee7777b" providerId="LiveId" clId="{891FC043-2C73-4761-9DD1-747827663B49}" dt="2025-09-14T22:06:41.315" v="5745" actId="47"/>
        <pc:sldMasterMkLst>
          <pc:docMk/>
          <pc:sldMasterMk cId="0" sldId="2147483659"/>
        </pc:sldMasterMkLst>
        <pc:sldLayoutChg chg="del">
          <pc:chgData name="Jafet Baca" userId="e9aa8a7d9ee7777b" providerId="LiveId" clId="{891FC043-2C73-4761-9DD1-747827663B49}" dt="2025-09-12T03:12:19.504" v="3411" actId="47"/>
          <pc:sldLayoutMkLst>
            <pc:docMk/>
            <pc:sldMasterMk cId="0" sldId="2147483659"/>
            <pc:sldLayoutMk cId="0" sldId="2147483652"/>
          </pc:sldLayoutMkLst>
        </pc:sldLayoutChg>
        <pc:sldLayoutChg chg="del">
          <pc:chgData name="Jafet Baca" userId="e9aa8a7d9ee7777b" providerId="LiveId" clId="{891FC043-2C73-4761-9DD1-747827663B49}" dt="2025-09-05T03:10:32.286" v="1590" actId="47"/>
          <pc:sldLayoutMkLst>
            <pc:docMk/>
            <pc:sldMasterMk cId="0" sldId="2147483659"/>
            <pc:sldLayoutMk cId="0" sldId="2147483654"/>
          </pc:sldLayoutMkLst>
        </pc:sldLayoutChg>
        <pc:sldLayoutChg chg="del">
          <pc:chgData name="Jafet Baca" userId="e9aa8a7d9ee7777b" providerId="LiveId" clId="{891FC043-2C73-4761-9DD1-747827663B49}" dt="2025-09-14T22:06:41.315" v="5745" actId="47"/>
          <pc:sldLayoutMkLst>
            <pc:docMk/>
            <pc:sldMasterMk cId="0" sldId="2147483659"/>
            <pc:sldLayoutMk cId="0" sldId="2147483656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F3FC2F-9EE7-816E-9489-DF7A29ACA2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A37675-A6B8-FAB0-0065-4827A6D0622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A1ADCE-ADAE-4909-9112-3AC374E8D4A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5B034B-94CF-1D5D-181E-C476B60D07E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C08DC-4CF7-C959-28BE-604BEEBD3DB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0C3ED1-5040-4189-A49E-4FBEC4323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7489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73a0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075CC73E-D39E-2BB8-29F3-7866002F6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73a04f_0_9:notes">
            <a:extLst>
              <a:ext uri="{FF2B5EF4-FFF2-40B4-BE49-F238E27FC236}">
                <a16:creationId xmlns:a16="http://schemas.microsoft.com/office/drawing/2014/main" id="{C45B5614-BC35-BE57-4C80-8A8FB6DF0F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6f73a04f_0_9:notes">
            <a:extLst>
              <a:ext uri="{FF2B5EF4-FFF2-40B4-BE49-F238E27FC236}">
                <a16:creationId xmlns:a16="http://schemas.microsoft.com/office/drawing/2014/main" id="{016595C3-5B2F-F80A-275A-82BE821FBD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8551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276066"/>
            <a:ext cx="9144000" cy="386743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" name="Google Shape;20;p4"/>
          <p:cNvSpPr/>
          <p:nvPr/>
        </p:nvSpPr>
        <p:spPr>
          <a:xfrm>
            <a:off x="0" y="127656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615413"/>
            <a:ext cx="8222100" cy="30138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250"/>
              </a:spcBef>
              <a:spcAft>
                <a:spcPts val="250"/>
              </a:spcAft>
              <a:buSzPts val="1800"/>
              <a:buChar char="●"/>
              <a:defRPr/>
            </a:lvl1pPr>
            <a:lvl2pPr marL="914400" lvl="1" indent="-317500">
              <a:spcBef>
                <a:spcPts val="250"/>
              </a:spcBef>
              <a:spcAft>
                <a:spcPts val="25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 lang="en-US" dirty="0"/>
          </a:p>
          <a:p>
            <a:pPr lvl="1"/>
            <a:endParaRPr dirty="0"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8392ED-DC59-E275-87FE-07340756A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00" y="278113"/>
            <a:ext cx="8222100" cy="767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658024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8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2692021"/>
            <a:ext cx="8222100" cy="19134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title"/>
          </p:nvPr>
        </p:nvSpPr>
        <p:spPr>
          <a:xfrm>
            <a:off x="475500" y="1258525"/>
            <a:ext cx="8222100" cy="1963500"/>
          </a:xfr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/>
              <a:t>DATA SCIENCE FOR ECONOMISTS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/>
              <a:t>ECON 220 LAB</a:t>
            </a:r>
          </a:p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/>
              <a:t>Jafet Baca-Obando</a:t>
            </a:r>
          </a:p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/>
              <a:t>Week 4, Probability and Functions in Python – 09/19/2025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2298A-0E3B-1B4E-5597-CC94CCDA6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7FF9DD-6B19-C7F8-E477-8D03D7012FD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Empirical probability</a:t>
            </a:r>
          </a:p>
          <a:p>
            <a:r>
              <a:rPr lang="en-US" dirty="0"/>
              <a:t>Theoretical probability</a:t>
            </a:r>
          </a:p>
          <a:p>
            <a:r>
              <a:rPr lang="en-US" dirty="0"/>
              <a:t>Creating functions in Python</a:t>
            </a:r>
          </a:p>
        </p:txBody>
      </p:sp>
    </p:spTree>
    <p:extLst>
      <p:ext uri="{BB962C8B-B14F-4D97-AF65-F5344CB8AC3E}">
        <p14:creationId xmlns:p14="http://schemas.microsoft.com/office/powerpoint/2010/main" val="1467760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BD3F8357-3484-0600-66D5-856C5A5B8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>
            <a:extLst>
              <a:ext uri="{FF2B5EF4-FFF2-40B4-BE49-F238E27FC236}">
                <a16:creationId xmlns:a16="http://schemas.microsoft.com/office/drawing/2014/main" id="{7AC259C7-7C69-CD15-506A-04F6FA3D61AA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This function’s name is </a:t>
            </a:r>
            <a:r>
              <a:rPr lang="en-US" dirty="0" err="1"/>
              <a:t>roll_dice</a:t>
            </a:r>
            <a:r>
              <a:rPr lang="en-US" dirty="0"/>
              <a:t>.</a:t>
            </a:r>
          </a:p>
          <a:p>
            <a:r>
              <a:rPr lang="en-US" dirty="0"/>
              <a:t>Running this function returns a random integer between 1 and 6 (i.e., 1, 2, 3, 4, 5, or 6)</a:t>
            </a:r>
          </a:p>
          <a:p>
            <a:endParaRPr lang="en-US" dirty="0"/>
          </a:p>
        </p:txBody>
      </p:sp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EC0AC41B-453D-D9CD-B169-D31E1AEDA6C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A simple function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62AA7A-A3AD-006E-9399-1AEE9D42C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94" y="2887871"/>
            <a:ext cx="8145012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1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ED294F-26CC-8AA1-1DBB-B20A222C1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the die is fair, the theoretical probability will always be 1/6.</a:t>
            </a:r>
          </a:p>
          <a:p>
            <a:r>
              <a:rPr lang="en-US" dirty="0"/>
              <a:t>That is, there is one in six change of rolling a specific number, say rolling a three.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7ED4B6A-92A6-2C23-3A99-AB7995DDF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Theoretical probability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313235-CA08-8439-DEC9-736EAB36C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68" y="3053925"/>
            <a:ext cx="8164064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98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9F30A-E8BD-752C-2909-3E3A86509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function takes two arguments:</a:t>
            </a:r>
          </a:p>
          <a:p>
            <a:pPr lvl="1"/>
            <a:r>
              <a:rPr lang="en-US" dirty="0" err="1"/>
              <a:t>num_tosses</a:t>
            </a:r>
            <a:r>
              <a:rPr lang="en-US" dirty="0"/>
              <a:t>: the number of experiments</a:t>
            </a:r>
          </a:p>
          <a:p>
            <a:pPr lvl="1"/>
            <a:r>
              <a:rPr lang="en-US" dirty="0" err="1"/>
              <a:t>target_number</a:t>
            </a:r>
            <a:r>
              <a:rPr lang="en-US" dirty="0"/>
              <a:t>: target result (any number from 1 to 6)</a:t>
            </a:r>
          </a:p>
          <a:p>
            <a:pPr marL="596900" lvl="1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DD60EF-6E1E-4BBD-E087-F6BF07ABD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involved function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6C6CFF-9380-59C4-F077-0306D299C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94" y="2876815"/>
            <a:ext cx="8145012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271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96C7398-E4EC-C1F5-2FE8-FF55CA84C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the involved 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E3EEFE-CF98-5366-8D42-8F5A36220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62" y="1571485"/>
            <a:ext cx="8240275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719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1974DF6A-9D93-BEC3-5E08-8F7B7E04A27F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/>
            <p:txBody>
              <a:bodyPr/>
              <a:lstStyle/>
              <a:p>
                <a:r>
                  <a:rPr lang="en-US" dirty="0"/>
                  <a:t>If the dice is fair, the probability of rolling 3 is _____.</a:t>
                </a:r>
              </a:p>
              <a:p>
                <a:r>
                  <a:rPr lang="en-US" dirty="0"/>
                  <a:t>This is _____ regardless of the number of tosses,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because there are six sides, each equally likely to happen.</a:t>
                </a:r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1974DF6A-9D93-BEC3-5E08-8F7B7E04A2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4">
                <a:extLst>
                  <a:ext uri="{FF2B5EF4-FFF2-40B4-BE49-F238E27FC236}">
                    <a16:creationId xmlns:a16="http://schemas.microsoft.com/office/drawing/2014/main" id="{CFB2B318-F85C-12CD-DA98-EAF41CA1365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7501" y="1071672"/>
                <a:ext cx="3837000" cy="369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Roboto"/>
                  <a:buChar char="●"/>
                  <a:defRPr sz="1800" b="0" i="0" u="none" strike="noStrike" cap="non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175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Roboto"/>
                  <a:buChar char="○"/>
                  <a:defRPr sz="1400" b="0" i="0" u="none" strike="noStrike" cap="non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175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Roboto"/>
                  <a:buChar char="■"/>
                  <a:defRPr sz="1400" b="0" i="0" u="none" strike="noStrike" cap="non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175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Roboto"/>
                  <a:buChar char="●"/>
                  <a:defRPr sz="1400" b="0" i="0" u="none" strike="noStrike" cap="non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175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Roboto"/>
                  <a:buChar char="○"/>
                  <a:defRPr sz="1400" b="0" i="0" u="none" strike="noStrike" cap="non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175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Roboto"/>
                  <a:buChar char="■"/>
                  <a:defRPr sz="1400" b="0" i="0" u="none" strike="noStrike" cap="non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175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Roboto"/>
                  <a:buChar char="●"/>
                  <a:defRPr sz="1400" b="0" i="0" u="none" strike="noStrike" cap="non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175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Roboto"/>
                  <a:buChar char="○"/>
                  <a:defRPr sz="1400" b="0" i="0" u="none" strike="noStrike" cap="non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175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lt1"/>
                  </a:buClr>
                  <a:buSzPts val="1400"/>
                  <a:buFont typeface="Roboto"/>
                  <a:buChar char="■"/>
                  <a:defRPr sz="1400" b="0" i="0" u="none" strike="noStrike" cap="non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>
                  <a:buClr>
                    <a:schemeClr val="tx2"/>
                  </a:buClr>
                </a:pPr>
                <a:r>
                  <a:rPr lang="en-US" dirty="0">
                    <a:solidFill>
                      <a:schemeClr val="lt2"/>
                    </a:solidFill>
                  </a:rPr>
                  <a:t>After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lt2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lt2"/>
                    </a:solidFill>
                  </a:rPr>
                  <a:t> number of tosses, the probability of rolling 3 is _____.</a:t>
                </a:r>
              </a:p>
              <a:p>
                <a:pPr>
                  <a:buClr>
                    <a:schemeClr val="tx2"/>
                  </a:buClr>
                </a:pPr>
                <a:r>
                  <a:rPr lang="en-US" dirty="0">
                    <a:solidFill>
                      <a:schemeClr val="lt2"/>
                    </a:solidFill>
                  </a:rPr>
                  <a:t>This result varies by n:</a:t>
                </a:r>
              </a:p>
              <a:p>
                <a:pPr lvl="1">
                  <a:buClr>
                    <a:schemeClr val="tx2"/>
                  </a:buClr>
                </a:pPr>
                <a:r>
                  <a:rPr lang="en-US" dirty="0">
                    <a:solidFill>
                      <a:schemeClr val="lt2"/>
                    </a:solidFill>
                  </a:rPr>
                  <a:t>The smaller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lt2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lt2"/>
                    </a:solidFill>
                  </a:rPr>
                  <a:t>, the less likely it is to be near the theoretical probability.</a:t>
                </a:r>
              </a:p>
              <a:p>
                <a:pPr lvl="1">
                  <a:buClr>
                    <a:schemeClr val="tx2"/>
                  </a:buClr>
                </a:pPr>
                <a:r>
                  <a:rPr lang="en-US" dirty="0">
                    <a:solidFill>
                      <a:schemeClr val="lt2"/>
                    </a:solidFill>
                  </a:rPr>
                  <a:t>The larger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lt2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lt2"/>
                    </a:solidFill>
                  </a:rPr>
                  <a:t>, the more likely it is going to be near the theoretical probability (</a:t>
                </a:r>
                <a:r>
                  <a:rPr lang="en-US" b="1" dirty="0">
                    <a:solidFill>
                      <a:schemeClr val="lt2"/>
                    </a:solidFill>
                  </a:rPr>
                  <a:t>Law of large numbers</a:t>
                </a:r>
                <a:r>
                  <a:rPr lang="en-US" dirty="0">
                    <a:solidFill>
                      <a:schemeClr val="lt2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8" name="Text Placeholder 4">
                <a:extLst>
                  <a:ext uri="{FF2B5EF4-FFF2-40B4-BE49-F238E27FC236}">
                    <a16:creationId xmlns:a16="http://schemas.microsoft.com/office/drawing/2014/main" id="{CFB2B318-F85C-12CD-DA98-EAF41CA136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01" y="1071672"/>
                <a:ext cx="3837000" cy="3695100"/>
              </a:xfrm>
              <a:prstGeom prst="rect">
                <a:avLst/>
              </a:prstGeom>
              <a:blipFill>
                <a:blip r:embed="rId3"/>
                <a:stretch>
                  <a:fillRect r="-3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2">
            <a:extLst>
              <a:ext uri="{FF2B5EF4-FFF2-40B4-BE49-F238E27FC236}">
                <a16:creationId xmlns:a16="http://schemas.microsoft.com/office/drawing/2014/main" id="{DA08F762-51C0-6AE7-6353-3C4AD4AF2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700" y="303972"/>
            <a:ext cx="3732601" cy="767700"/>
          </a:xfrm>
        </p:spPr>
        <p:txBody>
          <a:bodyPr/>
          <a:lstStyle/>
          <a:p>
            <a:r>
              <a:rPr lang="en-US" sz="2400" b="1" dirty="0"/>
              <a:t>Empirical probability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46188236-702E-2713-7B0C-2F097BE46E91}"/>
              </a:ext>
            </a:extLst>
          </p:cNvPr>
          <p:cNvSpPr txBox="1">
            <a:spLocks/>
          </p:cNvSpPr>
          <p:nvPr/>
        </p:nvSpPr>
        <p:spPr>
          <a:xfrm>
            <a:off x="4991700" y="303847"/>
            <a:ext cx="3732601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2400" b="1" dirty="0">
                <a:solidFill>
                  <a:schemeClr val="bg1">
                    <a:lumMod val="85000"/>
                  </a:schemeClr>
                </a:solidFill>
              </a:rPr>
              <a:t>Theoretical probability</a:t>
            </a:r>
          </a:p>
        </p:txBody>
      </p:sp>
    </p:spTree>
    <p:extLst>
      <p:ext uri="{BB962C8B-B14F-4D97-AF65-F5344CB8AC3E}">
        <p14:creationId xmlns:p14="http://schemas.microsoft.com/office/powerpoint/2010/main" val="3132385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DC1F30-934E-D72C-8676-BDC333E40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0950" y="1323104"/>
            <a:ext cx="8222100" cy="3013862"/>
          </a:xfrm>
        </p:spPr>
        <p:txBody>
          <a:bodyPr/>
          <a:lstStyle/>
          <a:p>
            <a:r>
              <a:rPr lang="en-US" dirty="0"/>
              <a:t>Now, we want to get empirical probabilities over the number of trials. Specifically, we’re going to get an average of the probability of rolling a specific number over the number of trials.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72B7F9B-E9EB-AF57-7463-054397222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law of large numbers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E30C84-F2A8-A8F8-8A83-14B1B69EBC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2" t="5548" r="1294"/>
          <a:stretch>
            <a:fillRect/>
          </a:stretch>
        </p:blipFill>
        <p:spPr>
          <a:xfrm>
            <a:off x="588071" y="2571750"/>
            <a:ext cx="7989758" cy="2042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06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80C498D-3DD7-C584-345E-C572B28C0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law of large numbers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A578B0-319E-ADEF-60EE-1A1502447C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6" r="986" b="3302"/>
          <a:stretch>
            <a:fillRect/>
          </a:stretch>
        </p:blipFill>
        <p:spPr>
          <a:xfrm>
            <a:off x="577121" y="1538349"/>
            <a:ext cx="7989757" cy="13172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B22371-F968-3AE8-7CEA-70BB714F0E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68" t="9229" r="1068" b="3000"/>
          <a:stretch>
            <a:fillRect/>
          </a:stretch>
        </p:blipFill>
        <p:spPr>
          <a:xfrm>
            <a:off x="577120" y="2998032"/>
            <a:ext cx="7989757" cy="166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25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E818E-E1A6-384F-B73B-6B0940EB3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B86112-8048-B2EF-3AE6-BE625745D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 and theoretical probabilities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FE52DF-ACEE-BC83-95D9-3D462091D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950" y="1501124"/>
            <a:ext cx="4572000" cy="330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672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D0F855F-63C4-5E5B-F8A7-FDB812AA2D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distinguished between theoretical probability and empirical probability.</a:t>
            </a:r>
          </a:p>
          <a:p>
            <a:r>
              <a:rPr lang="en-US" dirty="0"/>
              <a:t>We learned how to create our own functions in Python.</a:t>
            </a:r>
          </a:p>
          <a:p>
            <a:r>
              <a:rPr lang="en-US" dirty="0"/>
              <a:t>We visualized the law of large numbers.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20C7DB-00DE-138A-A741-BDAA2127E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</p:spTree>
    <p:extLst>
      <p:ext uri="{BB962C8B-B14F-4D97-AF65-F5344CB8AC3E}">
        <p14:creationId xmlns:p14="http://schemas.microsoft.com/office/powerpoint/2010/main" val="3707435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6EBC7-97D4-C66E-30A6-148C30402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</p:spPr>
        <p:txBody>
          <a:bodyPr/>
          <a:lstStyle/>
          <a:p>
            <a:r>
              <a:rPr lang="en-US" dirty="0"/>
              <a:t>To-do list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A9F882-4B94-D501-2F2E-20CBA9C3B11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</p:spPr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Complete Data Exercise 1</a:t>
            </a:r>
          </a:p>
          <a:p>
            <a:pPr lvl="1"/>
            <a:r>
              <a:rPr lang="en-US" dirty="0"/>
              <a:t>Upload Jupyter notebook (.ipynb file) and HTML file on </a:t>
            </a:r>
            <a:r>
              <a:rPr lang="en-US" b="1" dirty="0">
                <a:solidFill>
                  <a:srgbClr val="FFC000"/>
                </a:solidFill>
              </a:rPr>
              <a:t>September 20</a:t>
            </a:r>
            <a:r>
              <a:rPr lang="en-US" dirty="0"/>
              <a:t>.</a:t>
            </a:r>
          </a:p>
          <a:p>
            <a:r>
              <a:rPr lang="en-US" dirty="0"/>
              <a:t>Complete Data Exercise 2</a:t>
            </a:r>
          </a:p>
          <a:p>
            <a:pPr lvl="1"/>
            <a:r>
              <a:rPr lang="en-US" dirty="0"/>
              <a:t>Upload Jupyter notebook (.ipynb file) and HTML file on </a:t>
            </a:r>
            <a:r>
              <a:rPr lang="en-US" b="1" dirty="0">
                <a:solidFill>
                  <a:srgbClr val="FFC000"/>
                </a:solidFill>
              </a:rPr>
              <a:t>September 27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2981089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Custom 3">
      <a:dk1>
        <a:srgbClr val="01598D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729</TotalTime>
  <Words>356</Words>
  <Application>Microsoft Office PowerPoint</Application>
  <PresentationFormat>On-screen Show (16:9)</PresentationFormat>
  <Paragraphs>40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Cambria Math</vt:lpstr>
      <vt:lpstr>Roboto</vt:lpstr>
      <vt:lpstr>Arial</vt:lpstr>
      <vt:lpstr>Material</vt:lpstr>
      <vt:lpstr>DATA SCIENCE FOR ECONOMISTS</vt:lpstr>
      <vt:lpstr>Outline</vt:lpstr>
      <vt:lpstr>A simple function</vt:lpstr>
      <vt:lpstr>Theoretical probability</vt:lpstr>
      <vt:lpstr>An involved function</vt:lpstr>
      <vt:lpstr>Running the involved function</vt:lpstr>
      <vt:lpstr>Empirical probability</vt:lpstr>
      <vt:lpstr>The law of large numbers</vt:lpstr>
      <vt:lpstr>The law of large numbers</vt:lpstr>
      <vt:lpstr>Empirical and theoretical probabilities</vt:lpstr>
      <vt:lpstr>Recap</vt:lpstr>
      <vt:lpstr>To-do 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Baca Obando, Jafet</cp:lastModifiedBy>
  <cp:revision>5</cp:revision>
  <dcterms:modified xsi:type="dcterms:W3CDTF">2025-09-19T13:07:33Z</dcterms:modified>
</cp:coreProperties>
</file>