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handoutMasterIdLst>
    <p:handoutMasterId r:id="rId17"/>
  </p:handoutMasterIdLst>
  <p:sldIdLst>
    <p:sldId id="256" r:id="rId2"/>
    <p:sldId id="275" r:id="rId3"/>
    <p:sldId id="267" r:id="rId4"/>
    <p:sldId id="290" r:id="rId5"/>
    <p:sldId id="269" r:id="rId6"/>
    <p:sldId id="291" r:id="rId7"/>
    <p:sldId id="287" r:id="rId8"/>
    <p:sldId id="295" r:id="rId9"/>
    <p:sldId id="296" r:id="rId10"/>
    <p:sldId id="297" r:id="rId11"/>
    <p:sldId id="298" r:id="rId12"/>
    <p:sldId id="299" r:id="rId13"/>
    <p:sldId id="288" r:id="rId14"/>
    <p:sldId id="272" r:id="rId15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7DF7B9-A91E-4554-AC72-4327E52BE490}" v="2" dt="2025-09-25T17:52:41.0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1130" y="269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3197" y="3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fet Baca" userId="e9aa8a7d9ee7777b" providerId="LiveId" clId="{311F5A97-4221-4547-8FCC-FE69D99686D5}"/>
    <pc:docChg chg="undo custSel addSld delSld modSld sldOrd modMainMaster">
      <pc:chgData name="Jafet Baca" userId="e9aa8a7d9ee7777b" providerId="LiveId" clId="{311F5A97-4221-4547-8FCC-FE69D99686D5}" dt="2025-08-28T02:28:18.137" v="2108" actId="478"/>
      <pc:docMkLst>
        <pc:docMk/>
      </pc:docMkLst>
      <pc:sldChg chg="modSp mod">
        <pc:chgData name="Jafet Baca" userId="e9aa8a7d9ee7777b" providerId="LiveId" clId="{311F5A97-4221-4547-8FCC-FE69D99686D5}" dt="2025-08-27T13:40:58.369" v="1236" actId="20577"/>
        <pc:sldMkLst>
          <pc:docMk/>
          <pc:sldMk cId="0" sldId="256"/>
        </pc:sldMkLst>
        <pc:spChg chg="mod">
          <ac:chgData name="Jafet Baca" userId="e9aa8a7d9ee7777b" providerId="LiveId" clId="{311F5A97-4221-4547-8FCC-FE69D99686D5}" dt="2025-08-27T13:40:58.369" v="1236" actId="20577"/>
          <ac:spMkLst>
            <pc:docMk/>
            <pc:sldMk cId="0" sldId="256"/>
            <ac:spMk id="68" creationId="{00000000-0000-0000-0000-000000000000}"/>
          </ac:spMkLst>
        </pc:spChg>
      </pc:sldChg>
      <pc:sldChg chg="del">
        <pc:chgData name="Jafet Baca" userId="e9aa8a7d9ee7777b" providerId="LiveId" clId="{311F5A97-4221-4547-8FCC-FE69D99686D5}" dt="2025-08-27T13:34:20.459" v="1007" actId="47"/>
        <pc:sldMkLst>
          <pc:docMk/>
          <pc:sldMk cId="0" sldId="257"/>
        </pc:sldMkLst>
      </pc:sldChg>
      <pc:sldChg chg="addSp delSp modSp mod chgLayout">
        <pc:chgData name="Jafet Baca" userId="e9aa8a7d9ee7777b" providerId="LiveId" clId="{311F5A97-4221-4547-8FCC-FE69D99686D5}" dt="2025-08-28T01:54:06.188" v="1501" actId="20577"/>
        <pc:sldMkLst>
          <pc:docMk/>
          <pc:sldMk cId="0" sldId="258"/>
        </pc:sldMkLst>
      </pc:sldChg>
      <pc:sldChg chg="del">
        <pc:chgData name="Jafet Baca" userId="e9aa8a7d9ee7777b" providerId="LiveId" clId="{311F5A97-4221-4547-8FCC-FE69D99686D5}" dt="2025-08-27T12:51:55.596" v="17" actId="2696"/>
        <pc:sldMkLst>
          <pc:docMk/>
          <pc:sldMk cId="0" sldId="259"/>
        </pc:sldMkLst>
      </pc:sldChg>
      <pc:sldChg chg="del">
        <pc:chgData name="Jafet Baca" userId="e9aa8a7d9ee7777b" providerId="LiveId" clId="{311F5A97-4221-4547-8FCC-FE69D99686D5}" dt="2025-08-27T12:51:59.949" v="18" actId="2696"/>
        <pc:sldMkLst>
          <pc:docMk/>
          <pc:sldMk cId="0" sldId="260"/>
        </pc:sldMkLst>
      </pc:sldChg>
      <pc:sldChg chg="addSp delSp modSp mod chgLayout">
        <pc:chgData name="Jafet Baca" userId="e9aa8a7d9ee7777b" providerId="LiveId" clId="{311F5A97-4221-4547-8FCC-FE69D99686D5}" dt="2025-08-28T01:49:37.503" v="1416" actId="6264"/>
        <pc:sldMkLst>
          <pc:docMk/>
          <pc:sldMk cId="0" sldId="261"/>
        </pc:sldMkLst>
      </pc:sldChg>
      <pc:sldChg chg="del">
        <pc:chgData name="Jafet Baca" userId="e9aa8a7d9ee7777b" providerId="LiveId" clId="{311F5A97-4221-4547-8FCC-FE69D99686D5}" dt="2025-08-27T13:28:14.925" v="971" actId="47"/>
        <pc:sldMkLst>
          <pc:docMk/>
          <pc:sldMk cId="0" sldId="262"/>
        </pc:sldMkLst>
      </pc:sldChg>
      <pc:sldChg chg="add del">
        <pc:chgData name="Jafet Baca" userId="e9aa8a7d9ee7777b" providerId="LiveId" clId="{311F5A97-4221-4547-8FCC-FE69D99686D5}" dt="2025-08-27T13:28:35.372" v="974" actId="47"/>
        <pc:sldMkLst>
          <pc:docMk/>
          <pc:sldMk cId="0" sldId="263"/>
        </pc:sldMkLst>
      </pc:sldChg>
      <pc:sldChg chg="modSp mod">
        <pc:chgData name="Jafet Baca" userId="e9aa8a7d9ee7777b" providerId="LiveId" clId="{311F5A97-4221-4547-8FCC-FE69D99686D5}" dt="2025-08-27T13:28:46.691" v="1002" actId="20577"/>
        <pc:sldMkLst>
          <pc:docMk/>
          <pc:sldMk cId="0" sldId="264"/>
        </pc:sldMkLst>
      </pc:sldChg>
      <pc:sldChg chg="del">
        <pc:chgData name="Jafet Baca" userId="e9aa8a7d9ee7777b" providerId="LiveId" clId="{311F5A97-4221-4547-8FCC-FE69D99686D5}" dt="2025-08-27T13:28:50.992" v="1003" actId="47"/>
        <pc:sldMkLst>
          <pc:docMk/>
          <pc:sldMk cId="0" sldId="265"/>
        </pc:sldMkLst>
      </pc:sldChg>
      <pc:sldChg chg="addSp delSp modSp mod chgLayout">
        <pc:chgData name="Jafet Baca" userId="e9aa8a7d9ee7777b" providerId="LiveId" clId="{311F5A97-4221-4547-8FCC-FE69D99686D5}" dt="2025-08-28T01:52:29.906" v="1419" actId="700"/>
        <pc:sldMkLst>
          <pc:docMk/>
          <pc:sldMk cId="2448736150" sldId="266"/>
        </pc:sldMkLst>
      </pc:sldChg>
      <pc:sldChg chg="addSp delSp modSp add mod chgLayout">
        <pc:chgData name="Jafet Baca" userId="e9aa8a7d9ee7777b" providerId="LiveId" clId="{311F5A97-4221-4547-8FCC-FE69D99686D5}" dt="2025-08-28T02:20:39.519" v="1854" actId="20577"/>
        <pc:sldMkLst>
          <pc:docMk/>
          <pc:sldMk cId="146951357" sldId="267"/>
        </pc:sldMkLst>
        <pc:spChg chg="mod ord">
          <ac:chgData name="Jafet Baca" userId="e9aa8a7d9ee7777b" providerId="LiveId" clId="{311F5A97-4221-4547-8FCC-FE69D99686D5}" dt="2025-08-28T01:52:29.906" v="1419" actId="700"/>
          <ac:spMkLst>
            <pc:docMk/>
            <pc:sldMk cId="146951357" sldId="267"/>
            <ac:spMk id="78" creationId="{EC0AC41B-453D-D9CD-B169-D31E1AEDA6C3}"/>
          </ac:spMkLst>
        </pc:spChg>
        <pc:spChg chg="mod ord">
          <ac:chgData name="Jafet Baca" userId="e9aa8a7d9ee7777b" providerId="LiveId" clId="{311F5A97-4221-4547-8FCC-FE69D99686D5}" dt="2025-08-28T02:20:39.519" v="1854" actId="20577"/>
          <ac:spMkLst>
            <pc:docMk/>
            <pc:sldMk cId="146951357" sldId="267"/>
            <ac:spMk id="79" creationId="{7AC259C7-7C69-CD15-506A-04F6FA3D61AA}"/>
          </ac:spMkLst>
        </pc:spChg>
      </pc:sldChg>
      <pc:sldChg chg="addSp delSp modSp add mod chgLayout">
        <pc:chgData name="Jafet Baca" userId="e9aa8a7d9ee7777b" providerId="LiveId" clId="{311F5A97-4221-4547-8FCC-FE69D99686D5}" dt="2025-08-28T01:52:29.906" v="1419" actId="700"/>
        <pc:sldMkLst>
          <pc:docMk/>
          <pc:sldMk cId="3637055690" sldId="268"/>
        </pc:sldMkLst>
      </pc:sldChg>
      <pc:sldChg chg="addSp delSp modSp new mod chgLayout">
        <pc:chgData name="Jafet Baca" userId="e9aa8a7d9ee7777b" providerId="LiveId" clId="{311F5A97-4221-4547-8FCC-FE69D99686D5}" dt="2025-08-28T01:52:29.906" v="1419" actId="700"/>
        <pc:sldMkLst>
          <pc:docMk/>
          <pc:sldMk cId="1016271269" sldId="269"/>
        </pc:sldMkLst>
        <pc:spChg chg="mod ord">
          <ac:chgData name="Jafet Baca" userId="e9aa8a7d9ee7777b" providerId="LiveId" clId="{311F5A97-4221-4547-8FCC-FE69D99686D5}" dt="2025-08-28T01:52:29.906" v="1419" actId="700"/>
          <ac:spMkLst>
            <pc:docMk/>
            <pc:sldMk cId="1016271269" sldId="269"/>
            <ac:spMk id="2" creationId="{D7DD60EF-6E1E-4BBD-E087-F6BF07ABD533}"/>
          </ac:spMkLst>
        </pc:spChg>
        <pc:spChg chg="mod ord">
          <ac:chgData name="Jafet Baca" userId="e9aa8a7d9ee7777b" providerId="LiveId" clId="{311F5A97-4221-4547-8FCC-FE69D99686D5}" dt="2025-08-28T01:52:29.906" v="1419" actId="700"/>
          <ac:spMkLst>
            <pc:docMk/>
            <pc:sldMk cId="1016271269" sldId="269"/>
            <ac:spMk id="3" creationId="{FCF9F30A-E8BD-752C-2909-3E3A8650929C}"/>
          </ac:spMkLst>
        </pc:spChg>
      </pc:sldChg>
      <pc:sldChg chg="addSp delSp modSp add mod chgLayout">
        <pc:chgData name="Jafet Baca" userId="e9aa8a7d9ee7777b" providerId="LiveId" clId="{311F5A97-4221-4547-8FCC-FE69D99686D5}" dt="2025-08-28T01:52:29.906" v="1419" actId="700"/>
        <pc:sldMkLst>
          <pc:docMk/>
          <pc:sldMk cId="2205698864" sldId="270"/>
        </pc:sldMkLst>
      </pc:sldChg>
      <pc:sldChg chg="addSp delSp modSp add mod ord chgLayout">
        <pc:chgData name="Jafet Baca" userId="e9aa8a7d9ee7777b" providerId="LiveId" clId="{311F5A97-4221-4547-8FCC-FE69D99686D5}" dt="2025-08-28T02:13:51.979" v="1774" actId="20577"/>
        <pc:sldMkLst>
          <pc:docMk/>
          <pc:sldMk cId="3153270963" sldId="271"/>
        </pc:sldMkLst>
      </pc:sldChg>
      <pc:sldChg chg="addSp delSp modSp new mod chgLayout">
        <pc:chgData name="Jafet Baca" userId="e9aa8a7d9ee7777b" providerId="LiveId" clId="{311F5A97-4221-4547-8FCC-FE69D99686D5}" dt="2025-08-28T02:28:18.137" v="2108" actId="478"/>
        <pc:sldMkLst>
          <pc:docMk/>
          <pc:sldMk cId="3202981089" sldId="272"/>
        </pc:sldMkLst>
        <pc:spChg chg="mod ord">
          <ac:chgData name="Jafet Baca" userId="e9aa8a7d9ee7777b" providerId="LiveId" clId="{311F5A97-4221-4547-8FCC-FE69D99686D5}" dt="2025-08-28T01:49:37.503" v="1416" actId="6264"/>
          <ac:spMkLst>
            <pc:docMk/>
            <pc:sldMk cId="3202981089" sldId="272"/>
            <ac:spMk id="2" creationId="{BE16EBC7-97D4-C66E-30A6-148C30402DD5}"/>
          </ac:spMkLst>
        </pc:spChg>
        <pc:spChg chg="mod ord">
          <ac:chgData name="Jafet Baca" userId="e9aa8a7d9ee7777b" providerId="LiveId" clId="{311F5A97-4221-4547-8FCC-FE69D99686D5}" dt="2025-08-28T01:49:37.503" v="1416" actId="6264"/>
          <ac:spMkLst>
            <pc:docMk/>
            <pc:sldMk cId="3202981089" sldId="272"/>
            <ac:spMk id="4" creationId="{37A9F882-4B94-D501-2F2E-20CBA9C3B117}"/>
          </ac:spMkLst>
        </pc:spChg>
      </pc:sldChg>
      <pc:sldChg chg="modSp add del mod modTransition modClrScheme chgLayout">
        <pc:chgData name="Jafet Baca" userId="e9aa8a7d9ee7777b" providerId="LiveId" clId="{311F5A97-4221-4547-8FCC-FE69D99686D5}" dt="2025-08-27T13:36:44.646" v="1010" actId="48537"/>
        <pc:sldMkLst>
          <pc:docMk/>
          <pc:sldMk cId="1614480568" sldId="273"/>
        </pc:sldMkLst>
      </pc:sldChg>
      <pc:sldChg chg="addSp delSp modSp add mod chgLayout">
        <pc:chgData name="Jafet Baca" userId="e9aa8a7d9ee7777b" providerId="LiveId" clId="{311F5A97-4221-4547-8FCC-FE69D99686D5}" dt="2025-08-28T02:28:03.194" v="2107" actId="20577"/>
        <pc:sldMkLst>
          <pc:docMk/>
          <pc:sldMk cId="1722430344" sldId="273"/>
        </pc:sldMkLst>
      </pc:sldChg>
      <pc:sldMasterChg chg="addSldLayout delSldLayout modSldLayout">
        <pc:chgData name="Jafet Baca" userId="e9aa8a7d9ee7777b" providerId="LiveId" clId="{311F5A97-4221-4547-8FCC-FE69D99686D5}" dt="2025-08-28T01:55:31.592" v="1508" actId="14100"/>
        <pc:sldMasterMkLst>
          <pc:docMk/>
          <pc:sldMasterMk cId="0" sldId="2147483659"/>
        </pc:sldMasterMkLst>
        <pc:sldLayoutChg chg="del">
          <pc:chgData name="Jafet Baca" userId="e9aa8a7d9ee7777b" providerId="LiveId" clId="{311F5A97-4221-4547-8FCC-FE69D99686D5}" dt="2025-08-27T13:34:20.459" v="1007" actId="47"/>
          <pc:sldLayoutMkLst>
            <pc:docMk/>
            <pc:sldMasterMk cId="0" sldId="2147483659"/>
            <pc:sldLayoutMk cId="0" sldId="2147483649"/>
          </pc:sldLayoutMkLst>
        </pc:sldLayoutChg>
        <pc:sldLayoutChg chg="addSp delSp modSp mod">
          <pc:chgData name="Jafet Baca" userId="e9aa8a7d9ee7777b" providerId="LiveId" clId="{311F5A97-4221-4547-8FCC-FE69D99686D5}" dt="2025-08-28T01:53:40.895" v="1497" actId="14100"/>
          <pc:sldLayoutMkLst>
            <pc:docMk/>
            <pc:sldMasterMk cId="0" sldId="2147483659"/>
            <pc:sldLayoutMk cId="0" sldId="2147483650"/>
          </pc:sldLayoutMkLst>
          <pc:spChg chg="add mod">
            <ac:chgData name="Jafet Baca" userId="e9aa8a7d9ee7777b" providerId="LiveId" clId="{311F5A97-4221-4547-8FCC-FE69D99686D5}" dt="2025-08-28T01:50:17.244" v="1417" actId="1076"/>
            <ac:spMkLst>
              <pc:docMk/>
              <pc:sldMasterMk cId="0" sldId="2147483659"/>
              <pc:sldLayoutMk cId="0" sldId="2147483650"/>
              <ac:spMk id="3" creationId="{8E8392ED-DC59-E275-87FE-07340756A4D8}"/>
            </ac:spMkLst>
          </pc:spChg>
          <pc:spChg chg="mod">
            <ac:chgData name="Jafet Baca" userId="e9aa8a7d9ee7777b" providerId="LiveId" clId="{311F5A97-4221-4547-8FCC-FE69D99686D5}" dt="2025-08-28T01:53:05.580" v="1421" actId="14100"/>
            <ac:spMkLst>
              <pc:docMk/>
              <pc:sldMasterMk cId="0" sldId="2147483659"/>
              <pc:sldLayoutMk cId="0" sldId="2147483650"/>
              <ac:spMk id="19" creationId="{00000000-0000-0000-0000-000000000000}"/>
            </ac:spMkLst>
          </pc:spChg>
          <pc:spChg chg="mod">
            <ac:chgData name="Jafet Baca" userId="e9aa8a7d9ee7777b" providerId="LiveId" clId="{311F5A97-4221-4547-8FCC-FE69D99686D5}" dt="2025-08-28T01:53:27.465" v="1496" actId="1035"/>
            <ac:spMkLst>
              <pc:docMk/>
              <pc:sldMasterMk cId="0" sldId="2147483659"/>
              <pc:sldLayoutMk cId="0" sldId="2147483650"/>
              <ac:spMk id="20" creationId="{00000000-0000-0000-0000-000000000000}"/>
            </ac:spMkLst>
          </pc:spChg>
          <pc:spChg chg="mod">
            <ac:chgData name="Jafet Baca" userId="e9aa8a7d9ee7777b" providerId="LiveId" clId="{311F5A97-4221-4547-8FCC-FE69D99686D5}" dt="2025-08-28T01:53:40.895" v="1497" actId="14100"/>
            <ac:spMkLst>
              <pc:docMk/>
              <pc:sldMasterMk cId="0" sldId="2147483659"/>
              <pc:sldLayoutMk cId="0" sldId="2147483650"/>
              <ac:spMk id="22" creationId="{00000000-0000-0000-0000-000000000000}"/>
            </ac:spMkLst>
          </pc:spChg>
        </pc:sldLayoutChg>
        <pc:sldLayoutChg chg="del">
          <pc:chgData name="Jafet Baca" userId="e9aa8a7d9ee7777b" providerId="LiveId" clId="{311F5A97-4221-4547-8FCC-FE69D99686D5}" dt="2025-08-27T12:51:55.596" v="17" actId="2696"/>
          <pc:sldLayoutMkLst>
            <pc:docMk/>
            <pc:sldMasterMk cId="0" sldId="2147483659"/>
            <pc:sldLayoutMk cId="0" sldId="2147483651"/>
          </pc:sldLayoutMkLst>
        </pc:sldLayoutChg>
        <pc:sldLayoutChg chg="del">
          <pc:chgData name="Jafet Baca" userId="e9aa8a7d9ee7777b" providerId="LiveId" clId="{311F5A97-4221-4547-8FCC-FE69D99686D5}" dt="2025-08-27T13:28:50.992" v="1003" actId="47"/>
          <pc:sldLayoutMkLst>
            <pc:docMk/>
            <pc:sldMasterMk cId="0" sldId="2147483659"/>
            <pc:sldLayoutMk cId="0" sldId="2147483653"/>
          </pc:sldLayoutMkLst>
        </pc:sldLayoutChg>
        <pc:sldLayoutChg chg="modSp mod">
          <pc:chgData name="Jafet Baca" userId="e9aa8a7d9ee7777b" providerId="LiveId" clId="{311F5A97-4221-4547-8FCC-FE69D99686D5}" dt="2025-08-28T01:55:31.592" v="1508" actId="14100"/>
          <pc:sldLayoutMkLst>
            <pc:docMk/>
            <pc:sldMasterMk cId="0" sldId="2147483659"/>
            <pc:sldLayoutMk cId="0" sldId="2147483657"/>
          </pc:sldLayoutMkLst>
          <pc:spChg chg="mod">
            <ac:chgData name="Jafet Baca" userId="e9aa8a7d9ee7777b" providerId="LiveId" clId="{311F5A97-4221-4547-8FCC-FE69D99686D5}" dt="2025-08-28T01:55:25.174" v="1507" actId="1076"/>
            <ac:spMkLst>
              <pc:docMk/>
              <pc:sldMasterMk cId="0" sldId="2147483659"/>
              <pc:sldLayoutMk cId="0" sldId="2147483657"/>
              <ac:spMk id="58" creationId="{00000000-0000-0000-0000-000000000000}"/>
            </ac:spMkLst>
          </pc:spChg>
          <pc:spChg chg="mod">
            <ac:chgData name="Jafet Baca" userId="e9aa8a7d9ee7777b" providerId="LiveId" clId="{311F5A97-4221-4547-8FCC-FE69D99686D5}" dt="2025-08-28T01:55:31.592" v="1508" actId="14100"/>
            <ac:spMkLst>
              <pc:docMk/>
              <pc:sldMasterMk cId="0" sldId="2147483659"/>
              <pc:sldLayoutMk cId="0" sldId="2147483657"/>
              <ac:spMk id="59" creationId="{00000000-0000-0000-0000-000000000000}"/>
            </ac:spMkLst>
          </pc:spChg>
        </pc:sldLayoutChg>
        <pc:sldLayoutChg chg="add del">
          <pc:chgData name="Jafet Baca" userId="e9aa8a7d9ee7777b" providerId="LiveId" clId="{311F5A97-4221-4547-8FCC-FE69D99686D5}" dt="2025-08-27T13:28:35.372" v="974" actId="47"/>
          <pc:sldLayoutMkLst>
            <pc:docMk/>
            <pc:sldMasterMk cId="0" sldId="2147483659"/>
            <pc:sldLayoutMk cId="0" sldId="2147483658"/>
          </pc:sldLayoutMkLst>
        </pc:sldLayoutChg>
      </pc:sldMasterChg>
    </pc:docChg>
  </pc:docChgLst>
  <pc:docChgLst>
    <pc:chgData name="Jafet Baca" userId="e9aa8a7d9ee7777b" providerId="LiveId" clId="{891FC043-2C73-4761-9DD1-747827663B49}"/>
    <pc:docChg chg="undo custSel addSld delSld modSld sldOrd">
      <pc:chgData name="Jafet Baca" userId="e9aa8a7d9ee7777b" providerId="LiveId" clId="{891FC043-2C73-4761-9DD1-747827663B49}" dt="2025-09-26T03:29:35.670" v="8721" actId="20577"/>
      <pc:docMkLst>
        <pc:docMk/>
      </pc:docMkLst>
      <pc:sldChg chg="modSp mod">
        <pc:chgData name="Jafet Baca" userId="e9aa8a7d9ee7777b" providerId="LiveId" clId="{891FC043-2C73-4761-9DD1-747827663B49}" dt="2025-09-26T03:29:12.854" v="8700" actId="20577"/>
        <pc:sldMkLst>
          <pc:docMk/>
          <pc:sldMk cId="0" sldId="256"/>
        </pc:sldMkLst>
        <pc:spChg chg="mod">
          <ac:chgData name="Jafet Baca" userId="e9aa8a7d9ee7777b" providerId="LiveId" clId="{891FC043-2C73-4761-9DD1-747827663B49}" dt="2025-09-26T03:29:12.854" v="8700" actId="20577"/>
          <ac:spMkLst>
            <pc:docMk/>
            <pc:sldMk cId="0" sldId="256"/>
            <ac:spMk id="68" creationId="{00000000-0000-0000-0000-000000000000}"/>
          </ac:spMkLst>
        </pc:spChg>
      </pc:sldChg>
      <pc:sldChg chg="addSp delSp modSp del mod modClrScheme chgLayout">
        <pc:chgData name="Jafet Baca" userId="e9aa8a7d9ee7777b" providerId="LiveId" clId="{891FC043-2C73-4761-9DD1-747827663B49}" dt="2025-09-12T02:48:32.587" v="2862" actId="47"/>
        <pc:sldMkLst>
          <pc:docMk/>
          <pc:sldMk cId="0" sldId="258"/>
        </pc:sldMkLst>
      </pc:sldChg>
      <pc:sldChg chg="del">
        <pc:chgData name="Jafet Baca" userId="e9aa8a7d9ee7777b" providerId="LiveId" clId="{891FC043-2C73-4761-9DD1-747827663B49}" dt="2025-09-04T02:39:47.108" v="589" actId="47"/>
        <pc:sldMkLst>
          <pc:docMk/>
          <pc:sldMk cId="0" sldId="261"/>
        </pc:sldMkLst>
      </pc:sldChg>
      <pc:sldChg chg="del ord">
        <pc:chgData name="Jafet Baca" userId="e9aa8a7d9ee7777b" providerId="LiveId" clId="{891FC043-2C73-4761-9DD1-747827663B49}" dt="2025-09-05T03:10:32.286" v="1590" actId="47"/>
        <pc:sldMkLst>
          <pc:docMk/>
          <pc:sldMk cId="0" sldId="264"/>
        </pc:sldMkLst>
      </pc:sldChg>
      <pc:sldChg chg="del">
        <pc:chgData name="Jafet Baca" userId="e9aa8a7d9ee7777b" providerId="LiveId" clId="{891FC043-2C73-4761-9DD1-747827663B49}" dt="2025-09-04T02:45:42.436" v="668" actId="47"/>
        <pc:sldMkLst>
          <pc:docMk/>
          <pc:sldMk cId="2448736150" sldId="266"/>
        </pc:sldMkLst>
      </pc:sldChg>
      <pc:sldChg chg="addSp delSp modSp mod">
        <pc:chgData name="Jafet Baca" userId="e9aa8a7d9ee7777b" providerId="LiveId" clId="{891FC043-2C73-4761-9DD1-747827663B49}" dt="2025-09-25T16:40:19.958" v="7546" actId="1076"/>
        <pc:sldMkLst>
          <pc:docMk/>
          <pc:sldMk cId="146951357" sldId="267"/>
        </pc:sldMkLst>
        <pc:spChg chg="mod">
          <ac:chgData name="Jafet Baca" userId="e9aa8a7d9ee7777b" providerId="LiveId" clId="{891FC043-2C73-4761-9DD1-747827663B49}" dt="2025-09-25T16:39:43.260" v="7539" actId="20577"/>
          <ac:spMkLst>
            <pc:docMk/>
            <pc:sldMk cId="146951357" sldId="267"/>
            <ac:spMk id="78" creationId="{EC0AC41B-453D-D9CD-B169-D31E1AEDA6C3}"/>
          </ac:spMkLst>
        </pc:spChg>
        <pc:spChg chg="mod">
          <ac:chgData name="Jafet Baca" userId="e9aa8a7d9ee7777b" providerId="LiveId" clId="{891FC043-2C73-4761-9DD1-747827663B49}" dt="2025-09-25T16:40:11.162" v="7544" actId="20577"/>
          <ac:spMkLst>
            <pc:docMk/>
            <pc:sldMk cId="146951357" sldId="267"/>
            <ac:spMk id="79" creationId="{7AC259C7-7C69-CD15-506A-04F6FA3D61AA}"/>
          </ac:spMkLst>
        </pc:spChg>
        <pc:picChg chg="add mod">
          <ac:chgData name="Jafet Baca" userId="e9aa8a7d9ee7777b" providerId="LiveId" clId="{891FC043-2C73-4761-9DD1-747827663B49}" dt="2025-09-25T16:39:49.598" v="7541" actId="1076"/>
          <ac:picMkLst>
            <pc:docMk/>
            <pc:sldMk cId="146951357" sldId="267"/>
            <ac:picMk id="3" creationId="{06E8511E-43D5-AC76-0640-BA77BD053484}"/>
          </ac:picMkLst>
        </pc:picChg>
        <pc:picChg chg="add mod">
          <ac:chgData name="Jafet Baca" userId="e9aa8a7d9ee7777b" providerId="LiveId" clId="{891FC043-2C73-4761-9DD1-747827663B49}" dt="2025-09-25T16:40:19.958" v="7546" actId="1076"/>
          <ac:picMkLst>
            <pc:docMk/>
            <pc:sldMk cId="146951357" sldId="267"/>
            <ac:picMk id="5" creationId="{1FEDB2AC-6B91-0E01-A174-B1336BE8BA6F}"/>
          </ac:picMkLst>
        </pc:picChg>
        <pc:picChg chg="add del mod">
          <ac:chgData name="Jafet Baca" userId="e9aa8a7d9ee7777b" providerId="LiveId" clId="{891FC043-2C73-4761-9DD1-747827663B49}" dt="2025-09-25T16:39:28.169" v="7519" actId="478"/>
          <ac:picMkLst>
            <pc:docMk/>
            <pc:sldMk cId="146951357" sldId="267"/>
            <ac:picMk id="7" creationId="{6D62AA7A-A3AD-006E-9399-1AEE9D42C4A3}"/>
          </ac:picMkLst>
        </pc:picChg>
      </pc:sldChg>
      <pc:sldChg chg="addSp modSp del mod">
        <pc:chgData name="Jafet Baca" userId="e9aa8a7d9ee7777b" providerId="LiveId" clId="{891FC043-2C73-4761-9DD1-747827663B49}" dt="2025-09-12T03:07:20.757" v="3192" actId="47"/>
        <pc:sldMkLst>
          <pc:docMk/>
          <pc:sldMk cId="3637055690" sldId="268"/>
        </pc:sldMkLst>
      </pc:sldChg>
      <pc:sldChg chg="addSp delSp modSp mod">
        <pc:chgData name="Jafet Baca" userId="e9aa8a7d9ee7777b" providerId="LiveId" clId="{891FC043-2C73-4761-9DD1-747827663B49}" dt="2025-09-25T16:44:59.840" v="7692" actId="1076"/>
        <pc:sldMkLst>
          <pc:docMk/>
          <pc:sldMk cId="1016271269" sldId="269"/>
        </pc:sldMkLst>
        <pc:spChg chg="mod">
          <ac:chgData name="Jafet Baca" userId="e9aa8a7d9ee7777b" providerId="LiveId" clId="{891FC043-2C73-4761-9DD1-747827663B49}" dt="2025-09-25T16:44:15.900" v="7686" actId="20577"/>
          <ac:spMkLst>
            <pc:docMk/>
            <pc:sldMk cId="1016271269" sldId="269"/>
            <ac:spMk id="2" creationId="{D7DD60EF-6E1E-4BBD-E087-F6BF07ABD533}"/>
          </ac:spMkLst>
        </pc:spChg>
        <pc:spChg chg="mod">
          <ac:chgData name="Jafet Baca" userId="e9aa8a7d9ee7777b" providerId="LiveId" clId="{891FC043-2C73-4761-9DD1-747827663B49}" dt="2025-09-25T16:44:39.399" v="7689" actId="20577"/>
          <ac:spMkLst>
            <pc:docMk/>
            <pc:sldMk cId="1016271269" sldId="269"/>
            <ac:spMk id="3" creationId="{FCF9F30A-E8BD-752C-2909-3E3A8650929C}"/>
          </ac:spMkLst>
        </pc:spChg>
        <pc:picChg chg="add mod">
          <ac:chgData name="Jafet Baca" userId="e9aa8a7d9ee7777b" providerId="LiveId" clId="{891FC043-2C73-4761-9DD1-747827663B49}" dt="2025-09-25T16:44:59.840" v="7692" actId="1076"/>
          <ac:picMkLst>
            <pc:docMk/>
            <pc:sldMk cId="1016271269" sldId="269"/>
            <ac:picMk id="5" creationId="{96F8C0BA-7B82-3A99-764D-E30FAE612D29}"/>
          </ac:picMkLst>
        </pc:picChg>
        <pc:picChg chg="add del mod">
          <ac:chgData name="Jafet Baca" userId="e9aa8a7d9ee7777b" providerId="LiveId" clId="{891FC043-2C73-4761-9DD1-747827663B49}" dt="2025-09-25T16:44:32.846" v="7687" actId="478"/>
          <ac:picMkLst>
            <pc:docMk/>
            <pc:sldMk cId="1016271269" sldId="269"/>
            <ac:picMk id="9" creationId="{886C6CFF-9380-59C4-F077-0306D299CCD0}"/>
          </ac:picMkLst>
        </pc:picChg>
      </pc:sldChg>
      <pc:sldChg chg="modSp del mod">
        <pc:chgData name="Jafet Baca" userId="e9aa8a7d9ee7777b" providerId="LiveId" clId="{891FC043-2C73-4761-9DD1-747827663B49}" dt="2025-09-04T02:39:45.190" v="588" actId="47"/>
        <pc:sldMkLst>
          <pc:docMk/>
          <pc:sldMk cId="2205698864" sldId="270"/>
        </pc:sldMkLst>
      </pc:sldChg>
      <pc:sldChg chg="del">
        <pc:chgData name="Jafet Baca" userId="e9aa8a7d9ee7777b" providerId="LiveId" clId="{891FC043-2C73-4761-9DD1-747827663B49}" dt="2025-09-04T02:39:47.646" v="590" actId="47"/>
        <pc:sldMkLst>
          <pc:docMk/>
          <pc:sldMk cId="3153270963" sldId="271"/>
        </pc:sldMkLst>
      </pc:sldChg>
      <pc:sldChg chg="modSp mod">
        <pc:chgData name="Jafet Baca" userId="e9aa8a7d9ee7777b" providerId="LiveId" clId="{891FC043-2C73-4761-9DD1-747827663B49}" dt="2025-09-25T17:55:38.174" v="8698" actId="20577"/>
        <pc:sldMkLst>
          <pc:docMk/>
          <pc:sldMk cId="3202981089" sldId="272"/>
        </pc:sldMkLst>
        <pc:spChg chg="mod">
          <ac:chgData name="Jafet Baca" userId="e9aa8a7d9ee7777b" providerId="LiveId" clId="{891FC043-2C73-4761-9DD1-747827663B49}" dt="2025-09-25T17:55:38.174" v="8698" actId="20577"/>
          <ac:spMkLst>
            <pc:docMk/>
            <pc:sldMk cId="3202981089" sldId="272"/>
            <ac:spMk id="4" creationId="{37A9F882-4B94-D501-2F2E-20CBA9C3B117}"/>
          </ac:spMkLst>
        </pc:spChg>
      </pc:sldChg>
      <pc:sldChg chg="del">
        <pc:chgData name="Jafet Baca" userId="e9aa8a7d9ee7777b" providerId="LiveId" clId="{891FC043-2C73-4761-9DD1-747827663B49}" dt="2025-09-04T02:39:48.043" v="591" actId="47"/>
        <pc:sldMkLst>
          <pc:docMk/>
          <pc:sldMk cId="1722430344" sldId="273"/>
        </pc:sldMkLst>
      </pc:sldChg>
      <pc:sldChg chg="addSp delSp modSp new del mod ord">
        <pc:chgData name="Jafet Baca" userId="e9aa8a7d9ee7777b" providerId="LiveId" clId="{891FC043-2C73-4761-9DD1-747827663B49}" dt="2025-09-12T03:48:21.607" v="4458" actId="47"/>
        <pc:sldMkLst>
          <pc:docMk/>
          <pc:sldMk cId="2575696424" sldId="274"/>
        </pc:sldMkLst>
      </pc:sldChg>
      <pc:sldChg chg="delSp modSp new mod">
        <pc:chgData name="Jafet Baca" userId="e9aa8a7d9ee7777b" providerId="LiveId" clId="{891FC043-2C73-4761-9DD1-747827663B49}" dt="2025-09-24T18:27:17.574" v="7466" actId="20577"/>
        <pc:sldMkLst>
          <pc:docMk/>
          <pc:sldMk cId="1467760601" sldId="275"/>
        </pc:sldMkLst>
        <pc:spChg chg="mod">
          <ac:chgData name="Jafet Baca" userId="e9aa8a7d9ee7777b" providerId="LiveId" clId="{891FC043-2C73-4761-9DD1-747827663B49}" dt="2025-09-03T03:26:34.012" v="74" actId="20577"/>
          <ac:spMkLst>
            <pc:docMk/>
            <pc:sldMk cId="1467760601" sldId="275"/>
            <ac:spMk id="2" creationId="{0572298A-0E3B-1B4E-5597-CC94CCDA6525}"/>
          </ac:spMkLst>
        </pc:spChg>
        <pc:spChg chg="mod">
          <ac:chgData name="Jafet Baca" userId="e9aa8a7d9ee7777b" providerId="LiveId" clId="{891FC043-2C73-4761-9DD1-747827663B49}" dt="2025-09-24T18:27:17.574" v="7466" actId="20577"/>
          <ac:spMkLst>
            <pc:docMk/>
            <pc:sldMk cId="1467760601" sldId="275"/>
            <ac:spMk id="4" creationId="{717FF9DD-6B19-C7F8-E477-8D03D7012FDA}"/>
          </ac:spMkLst>
        </pc:spChg>
      </pc:sldChg>
      <pc:sldChg chg="delSp new del mod">
        <pc:chgData name="Jafet Baca" userId="e9aa8a7d9ee7777b" providerId="LiveId" clId="{891FC043-2C73-4761-9DD1-747827663B49}" dt="2025-09-04T02:50:38.295" v="734" actId="47"/>
        <pc:sldMkLst>
          <pc:docMk/>
          <pc:sldMk cId="2511661208" sldId="276"/>
        </pc:sldMkLst>
      </pc:sldChg>
      <pc:sldChg chg="addSp modSp new del mod">
        <pc:chgData name="Jafet Baca" userId="e9aa8a7d9ee7777b" providerId="LiveId" clId="{891FC043-2C73-4761-9DD1-747827663B49}" dt="2025-09-12T02:48:31.550" v="2861" actId="47"/>
        <pc:sldMkLst>
          <pc:docMk/>
          <pc:sldMk cId="1779318987" sldId="277"/>
        </pc:sldMkLst>
      </pc:sldChg>
      <pc:sldChg chg="addSp modSp new del mod">
        <pc:chgData name="Jafet Baca" userId="e9aa8a7d9ee7777b" providerId="LiveId" clId="{891FC043-2C73-4761-9DD1-747827663B49}" dt="2025-09-12T03:09:31.424" v="3212" actId="47"/>
        <pc:sldMkLst>
          <pc:docMk/>
          <pc:sldMk cId="2707309365" sldId="278"/>
        </pc:sldMkLst>
      </pc:sldChg>
      <pc:sldChg chg="addSp delSp modSp new del mod">
        <pc:chgData name="Jafet Baca" userId="e9aa8a7d9ee7777b" providerId="LiveId" clId="{891FC043-2C73-4761-9DD1-747827663B49}" dt="2025-09-12T03:09:35.317" v="3213" actId="47"/>
        <pc:sldMkLst>
          <pc:docMk/>
          <pc:sldMk cId="1903200020" sldId="279"/>
        </pc:sldMkLst>
      </pc:sldChg>
      <pc:sldChg chg="addSp delSp modSp new del mod">
        <pc:chgData name="Jafet Baca" userId="e9aa8a7d9ee7777b" providerId="LiveId" clId="{891FC043-2C73-4761-9DD1-747827663B49}" dt="2025-09-12T03:12:14.456" v="3407" actId="47"/>
        <pc:sldMkLst>
          <pc:docMk/>
          <pc:sldMk cId="2048493059" sldId="280"/>
        </pc:sldMkLst>
      </pc:sldChg>
      <pc:sldChg chg="addSp modSp new del mod">
        <pc:chgData name="Jafet Baca" userId="e9aa8a7d9ee7777b" providerId="LiveId" clId="{891FC043-2C73-4761-9DD1-747827663B49}" dt="2025-09-12T03:12:15.177" v="3408" actId="47"/>
        <pc:sldMkLst>
          <pc:docMk/>
          <pc:sldMk cId="2182360206" sldId="281"/>
        </pc:sldMkLst>
      </pc:sldChg>
      <pc:sldChg chg="modSp new del mod">
        <pc:chgData name="Jafet Baca" userId="e9aa8a7d9ee7777b" providerId="LiveId" clId="{891FC043-2C73-4761-9DD1-747827663B49}" dt="2025-09-12T03:12:16.902" v="3409" actId="47"/>
        <pc:sldMkLst>
          <pc:docMk/>
          <pc:sldMk cId="1285840324" sldId="282"/>
        </pc:sldMkLst>
      </pc:sldChg>
      <pc:sldChg chg="addSp modSp new del mod">
        <pc:chgData name="Jafet Baca" userId="e9aa8a7d9ee7777b" providerId="LiveId" clId="{891FC043-2C73-4761-9DD1-747827663B49}" dt="2025-09-12T03:12:18.285" v="3410" actId="47"/>
        <pc:sldMkLst>
          <pc:docMk/>
          <pc:sldMk cId="29429203" sldId="283"/>
        </pc:sldMkLst>
      </pc:sldChg>
      <pc:sldChg chg="addSp delSp modSp new del mod modClrScheme chgLayout">
        <pc:chgData name="Jafet Baca" userId="e9aa8a7d9ee7777b" providerId="LiveId" clId="{891FC043-2C73-4761-9DD1-747827663B49}" dt="2025-09-12T03:12:19.504" v="3411" actId="47"/>
        <pc:sldMkLst>
          <pc:docMk/>
          <pc:sldMk cId="3213340031" sldId="284"/>
        </pc:sldMkLst>
      </pc:sldChg>
      <pc:sldChg chg="addSp delSp modSp new del mod modClrScheme chgLayout">
        <pc:chgData name="Jafet Baca" userId="e9aa8a7d9ee7777b" providerId="LiveId" clId="{891FC043-2C73-4761-9DD1-747827663B49}" dt="2025-09-25T17:54:00.173" v="8464" actId="47"/>
        <pc:sldMkLst>
          <pc:docMk/>
          <pc:sldMk cId="3132385390" sldId="285"/>
        </pc:sldMkLst>
      </pc:sldChg>
      <pc:sldChg chg="addSp delSp modSp new add del mod ord">
        <pc:chgData name="Jafet Baca" userId="e9aa8a7d9ee7777b" providerId="LiveId" clId="{891FC043-2C73-4761-9DD1-747827663B49}" dt="2025-09-25T17:54:01.412" v="8465" actId="47"/>
        <pc:sldMkLst>
          <pc:docMk/>
          <pc:sldMk cId="53525135" sldId="286"/>
        </pc:sldMkLst>
      </pc:sldChg>
      <pc:sldChg chg="addSp delSp modSp new mod ord">
        <pc:chgData name="Jafet Baca" userId="e9aa8a7d9ee7777b" providerId="LiveId" clId="{891FC043-2C73-4761-9DD1-747827663B49}" dt="2025-09-26T03:29:35.670" v="8721" actId="20577"/>
        <pc:sldMkLst>
          <pc:docMk/>
          <pc:sldMk cId="101706889" sldId="287"/>
        </pc:sldMkLst>
        <pc:spChg chg="del mod">
          <ac:chgData name="Jafet Baca" userId="e9aa8a7d9ee7777b" providerId="LiveId" clId="{891FC043-2C73-4761-9DD1-747827663B49}" dt="2025-09-25T17:44:14.546" v="7885" actId="478"/>
          <ac:spMkLst>
            <pc:docMk/>
            <pc:sldMk cId="101706889" sldId="287"/>
            <ac:spMk id="2" creationId="{6EDC1F30-934E-D72C-8676-BDC333E40B25}"/>
          </ac:spMkLst>
        </pc:spChg>
        <pc:spChg chg="mod">
          <ac:chgData name="Jafet Baca" userId="e9aa8a7d9ee7777b" providerId="LiveId" clId="{891FC043-2C73-4761-9DD1-747827663B49}" dt="2025-09-26T03:29:35.670" v="8721" actId="20577"/>
          <ac:spMkLst>
            <pc:docMk/>
            <pc:sldMk cId="101706889" sldId="287"/>
            <ac:spMk id="3" creationId="{F72B7F9B-E9EB-AF57-7463-054397222FBC}"/>
          </ac:spMkLst>
        </pc:spChg>
        <pc:spChg chg="add del mod">
          <ac:chgData name="Jafet Baca" userId="e9aa8a7d9ee7777b" providerId="LiveId" clId="{891FC043-2C73-4761-9DD1-747827663B49}" dt="2025-09-25T17:44:32.291" v="7909" actId="478"/>
          <ac:spMkLst>
            <pc:docMk/>
            <pc:sldMk cId="101706889" sldId="287"/>
            <ac:spMk id="6" creationId="{912C9166-70D1-43FF-0CB9-4F250148AE6B}"/>
          </ac:spMkLst>
        </pc:spChg>
        <pc:picChg chg="add del mod modCrop">
          <ac:chgData name="Jafet Baca" userId="e9aa8a7d9ee7777b" providerId="LiveId" clId="{891FC043-2C73-4761-9DD1-747827663B49}" dt="2025-09-25T17:44:09.911" v="7884" actId="478"/>
          <ac:picMkLst>
            <pc:docMk/>
            <pc:sldMk cId="101706889" sldId="287"/>
            <ac:picMk id="5" creationId="{4CE30C84-F2A8-A8F8-8A83-14B1B69EBC0F}"/>
          </ac:picMkLst>
        </pc:picChg>
        <pc:picChg chg="add mod">
          <ac:chgData name="Jafet Baca" userId="e9aa8a7d9ee7777b" providerId="LiveId" clId="{891FC043-2C73-4761-9DD1-747827663B49}" dt="2025-09-25T17:44:29.388" v="7908" actId="1076"/>
          <ac:picMkLst>
            <pc:docMk/>
            <pc:sldMk cId="101706889" sldId="287"/>
            <ac:picMk id="8" creationId="{1F414B06-2FDE-10AC-3333-6A4FDC0C8AF1}"/>
          </ac:picMkLst>
        </pc:picChg>
      </pc:sldChg>
      <pc:sldChg chg="addSp delSp modSp new mod">
        <pc:chgData name="Jafet Baca" userId="e9aa8a7d9ee7777b" providerId="LiveId" clId="{891FC043-2C73-4761-9DD1-747827663B49}" dt="2025-09-25T17:55:01.902" v="8673" actId="20577"/>
        <pc:sldMkLst>
          <pc:docMk/>
          <pc:sldMk cId="3707435978" sldId="288"/>
        </pc:sldMkLst>
        <pc:spChg chg="add del mod">
          <ac:chgData name="Jafet Baca" userId="e9aa8a7d9ee7777b" providerId="LiveId" clId="{891FC043-2C73-4761-9DD1-747827663B49}" dt="2025-09-25T17:55:01.902" v="8673" actId="20577"/>
          <ac:spMkLst>
            <pc:docMk/>
            <pc:sldMk cId="3707435978" sldId="288"/>
            <ac:spMk id="2" creationId="{BD0F855F-63C4-5E5B-F8A7-FDB812AA2D35}"/>
          </ac:spMkLst>
        </pc:spChg>
        <pc:spChg chg="mod">
          <ac:chgData name="Jafet Baca" userId="e9aa8a7d9ee7777b" providerId="LiveId" clId="{891FC043-2C73-4761-9DD1-747827663B49}" dt="2025-09-05T03:42:25.943" v="1848" actId="20577"/>
          <ac:spMkLst>
            <pc:docMk/>
            <pc:sldMk cId="3707435978" sldId="288"/>
            <ac:spMk id="3" creationId="{FD20C7DB-00DE-138A-A741-BDAA2127EE16}"/>
          </ac:spMkLst>
        </pc:spChg>
      </pc:sldChg>
      <pc:sldChg chg="modSp new del mod">
        <pc:chgData name="Jafet Baca" userId="e9aa8a7d9ee7777b" providerId="LiveId" clId="{891FC043-2C73-4761-9DD1-747827663B49}" dt="2025-09-12T03:09:36.309" v="3214" actId="47"/>
        <pc:sldMkLst>
          <pc:docMk/>
          <pc:sldMk cId="1966814637" sldId="289"/>
        </pc:sldMkLst>
      </pc:sldChg>
      <pc:sldChg chg="addSp delSp modSp new mod">
        <pc:chgData name="Jafet Baca" userId="e9aa8a7d9ee7777b" providerId="LiveId" clId="{891FC043-2C73-4761-9DD1-747827663B49}" dt="2025-09-25T16:43:43.244" v="7597" actId="1076"/>
        <pc:sldMkLst>
          <pc:docMk/>
          <pc:sldMk cId="377898415" sldId="290"/>
        </pc:sldMkLst>
        <pc:spChg chg="mod">
          <ac:chgData name="Jafet Baca" userId="e9aa8a7d9ee7777b" providerId="LiveId" clId="{891FC043-2C73-4761-9DD1-747827663B49}" dt="2025-09-25T16:43:21.685" v="7566" actId="5793"/>
          <ac:spMkLst>
            <pc:docMk/>
            <pc:sldMk cId="377898415" sldId="290"/>
            <ac:spMk id="2" creationId="{C5ED294F-26CC-8AA1-1DBB-B20A222C17AA}"/>
          </ac:spMkLst>
        </pc:spChg>
        <pc:spChg chg="mod">
          <ac:chgData name="Jafet Baca" userId="e9aa8a7d9ee7777b" providerId="LiveId" clId="{891FC043-2C73-4761-9DD1-747827663B49}" dt="2025-09-25T16:40:39.074" v="7562" actId="20577"/>
          <ac:spMkLst>
            <pc:docMk/>
            <pc:sldMk cId="377898415" sldId="290"/>
            <ac:spMk id="3" creationId="{F7ED4B6A-92A6-2C23-3A99-AB7995DDF26F}"/>
          </ac:spMkLst>
        </pc:spChg>
        <pc:picChg chg="add del mod">
          <ac:chgData name="Jafet Baca" userId="e9aa8a7d9ee7777b" providerId="LiveId" clId="{891FC043-2C73-4761-9DD1-747827663B49}" dt="2025-09-25T16:43:19.088" v="7564" actId="478"/>
          <ac:picMkLst>
            <pc:docMk/>
            <pc:sldMk cId="377898415" sldId="290"/>
            <ac:picMk id="5" creationId="{E0313235-CA08-8439-DEC9-736EAB36CC6E}"/>
          </ac:picMkLst>
        </pc:picChg>
        <pc:picChg chg="add mod">
          <ac:chgData name="Jafet Baca" userId="e9aa8a7d9ee7777b" providerId="LiveId" clId="{891FC043-2C73-4761-9DD1-747827663B49}" dt="2025-09-25T16:43:43.244" v="7597" actId="1076"/>
          <ac:picMkLst>
            <pc:docMk/>
            <pc:sldMk cId="377898415" sldId="290"/>
            <ac:picMk id="6" creationId="{DAC33D3C-13C5-B8D4-3856-933C1318E9A9}"/>
          </ac:picMkLst>
        </pc:picChg>
      </pc:sldChg>
      <pc:sldChg chg="addSp delSp modSp new mod">
        <pc:chgData name="Jafet Baca" userId="e9aa8a7d9ee7777b" providerId="LiveId" clId="{891FC043-2C73-4761-9DD1-747827663B49}" dt="2025-09-25T16:45:50.423" v="7721" actId="1036"/>
        <pc:sldMkLst>
          <pc:docMk/>
          <pc:sldMk cId="2000719285" sldId="291"/>
        </pc:sldMkLst>
        <pc:spChg chg="mod">
          <ac:chgData name="Jafet Baca" userId="e9aa8a7d9ee7777b" providerId="LiveId" clId="{891FC043-2C73-4761-9DD1-747827663B49}" dt="2025-09-25T16:45:10.276" v="7693"/>
          <ac:spMkLst>
            <pc:docMk/>
            <pc:sldMk cId="2000719285" sldId="291"/>
            <ac:spMk id="3" creationId="{396C7398-E4EC-C1F5-2FE8-FF55CA84C4E3}"/>
          </ac:spMkLst>
        </pc:spChg>
        <pc:spChg chg="add del">
          <ac:chgData name="Jafet Baca" userId="e9aa8a7d9ee7777b" providerId="LiveId" clId="{891FC043-2C73-4761-9DD1-747827663B49}" dt="2025-09-25T16:45:20.665" v="7696" actId="22"/>
          <ac:spMkLst>
            <pc:docMk/>
            <pc:sldMk cId="2000719285" sldId="291"/>
            <ac:spMk id="5" creationId="{98EA5320-8670-46F8-0D6F-147D0BE13F9E}"/>
          </ac:spMkLst>
        </pc:spChg>
        <pc:picChg chg="add del">
          <ac:chgData name="Jafet Baca" userId="e9aa8a7d9ee7777b" providerId="LiveId" clId="{891FC043-2C73-4761-9DD1-747827663B49}" dt="2025-09-25T16:45:12.307" v="7694" actId="478"/>
          <ac:picMkLst>
            <pc:docMk/>
            <pc:sldMk cId="2000719285" sldId="291"/>
            <ac:picMk id="4" creationId="{A4E3EEFE-CF98-5366-8D42-8F5A36220A77}"/>
          </ac:picMkLst>
        </pc:picChg>
        <pc:picChg chg="add mod">
          <ac:chgData name="Jafet Baca" userId="e9aa8a7d9ee7777b" providerId="LiveId" clId="{891FC043-2C73-4761-9DD1-747827663B49}" dt="2025-09-25T16:45:50.423" v="7721" actId="1036"/>
          <ac:picMkLst>
            <pc:docMk/>
            <pc:sldMk cId="2000719285" sldId="291"/>
            <ac:picMk id="7" creationId="{ECA7BB0E-1A73-5031-0467-53BB8F9C75F8}"/>
          </ac:picMkLst>
        </pc:picChg>
      </pc:sldChg>
      <pc:sldChg chg="delSp add del mod">
        <pc:chgData name="Jafet Baca" userId="e9aa8a7d9ee7777b" providerId="LiveId" clId="{891FC043-2C73-4761-9DD1-747827663B49}" dt="2025-09-12T03:43:43.760" v="4317" actId="47"/>
        <pc:sldMkLst>
          <pc:docMk/>
          <pc:sldMk cId="1269920315" sldId="292"/>
        </pc:sldMkLst>
      </pc:sldChg>
      <pc:sldChg chg="addSp delSp modSp add del mod">
        <pc:chgData name="Jafet Baca" userId="e9aa8a7d9ee7777b" providerId="LiveId" clId="{891FC043-2C73-4761-9DD1-747827663B49}" dt="2025-09-18T19:02:11.362" v="6564" actId="47"/>
        <pc:sldMkLst>
          <pc:docMk/>
          <pc:sldMk cId="2633089542" sldId="293"/>
        </pc:sldMkLst>
      </pc:sldChg>
      <pc:sldChg chg="addSp delSp modSp add del mod">
        <pc:chgData name="Jafet Baca" userId="e9aa8a7d9ee7777b" providerId="LiveId" clId="{891FC043-2C73-4761-9DD1-747827663B49}" dt="2025-09-14T22:05:49.176" v="5707" actId="2696"/>
        <pc:sldMkLst>
          <pc:docMk/>
          <pc:sldMk cId="1769580752" sldId="294"/>
        </pc:sldMkLst>
      </pc:sldChg>
      <pc:sldChg chg="addSp delSp modSp add del mod ord">
        <pc:chgData name="Jafet Baca" userId="e9aa8a7d9ee7777b" providerId="LiveId" clId="{891FC043-2C73-4761-9DD1-747827663B49}" dt="2025-09-25T17:45:56.400" v="8025" actId="47"/>
        <pc:sldMkLst>
          <pc:docMk/>
          <pc:sldMk cId="2352672421" sldId="294"/>
        </pc:sldMkLst>
      </pc:sldChg>
      <pc:sldChg chg="addSp delSp modSp new del mod">
        <pc:chgData name="Jafet Baca" userId="e9aa8a7d9ee7777b" providerId="LiveId" clId="{891FC043-2C73-4761-9DD1-747827663B49}" dt="2025-09-14T22:06:41.315" v="5745" actId="47"/>
        <pc:sldMkLst>
          <pc:docMk/>
          <pc:sldMk cId="1210316066" sldId="295"/>
        </pc:sldMkLst>
      </pc:sldChg>
      <pc:sldChg chg="addSp delSp modSp add mod">
        <pc:chgData name="Jafet Baca" userId="e9aa8a7d9ee7777b" providerId="LiveId" clId="{891FC043-2C73-4761-9DD1-747827663B49}" dt="2025-09-25T17:45:46.470" v="8024" actId="1076"/>
        <pc:sldMkLst>
          <pc:docMk/>
          <pc:sldMk cId="1632656041" sldId="295"/>
        </pc:sldMkLst>
        <pc:picChg chg="add mod">
          <ac:chgData name="Jafet Baca" userId="e9aa8a7d9ee7777b" providerId="LiveId" clId="{891FC043-2C73-4761-9DD1-747827663B49}" dt="2025-09-25T17:45:46.470" v="8024" actId="1076"/>
          <ac:picMkLst>
            <pc:docMk/>
            <pc:sldMk cId="1632656041" sldId="295"/>
            <ac:picMk id="4" creationId="{C598EAC3-394D-6B1F-AC47-D64BA62B2BAF}"/>
          </ac:picMkLst>
        </pc:picChg>
        <pc:picChg chg="del">
          <ac:chgData name="Jafet Baca" userId="e9aa8a7d9ee7777b" providerId="LiveId" clId="{891FC043-2C73-4761-9DD1-747827663B49}" dt="2025-09-25T17:45:26.150" v="7994" actId="478"/>
          <ac:picMkLst>
            <pc:docMk/>
            <pc:sldMk cId="1632656041" sldId="295"/>
            <ac:picMk id="8" creationId="{7C4096A5-4867-59D0-0915-53AAF6D28140}"/>
          </ac:picMkLst>
        </pc:picChg>
      </pc:sldChg>
      <pc:sldChg chg="addSp delSp modSp new mod">
        <pc:chgData name="Jafet Baca" userId="e9aa8a7d9ee7777b" providerId="LiveId" clId="{891FC043-2C73-4761-9DD1-747827663B49}" dt="2025-09-25T17:48:18.810" v="8173" actId="20577"/>
        <pc:sldMkLst>
          <pc:docMk/>
          <pc:sldMk cId="973623954" sldId="296"/>
        </pc:sldMkLst>
        <pc:spChg chg="del">
          <ac:chgData name="Jafet Baca" userId="e9aa8a7d9ee7777b" providerId="LiveId" clId="{891FC043-2C73-4761-9DD1-747827663B49}" dt="2025-09-25T17:47:38.959" v="8150" actId="478"/>
          <ac:spMkLst>
            <pc:docMk/>
            <pc:sldMk cId="973623954" sldId="296"/>
            <ac:spMk id="2" creationId="{D60BB557-BB68-B993-D06C-449E24CA8C9F}"/>
          </ac:spMkLst>
        </pc:spChg>
        <pc:spChg chg="mod">
          <ac:chgData name="Jafet Baca" userId="e9aa8a7d9ee7777b" providerId="LiveId" clId="{891FC043-2C73-4761-9DD1-747827663B49}" dt="2025-09-25T17:48:18.810" v="8173" actId="20577"/>
          <ac:spMkLst>
            <pc:docMk/>
            <pc:sldMk cId="973623954" sldId="296"/>
            <ac:spMk id="3" creationId="{3EA9A92A-8CD3-F032-0EFA-7374E889CC0F}"/>
          </ac:spMkLst>
        </pc:spChg>
        <pc:picChg chg="add mod">
          <ac:chgData name="Jafet Baca" userId="e9aa8a7d9ee7777b" providerId="LiveId" clId="{891FC043-2C73-4761-9DD1-747827663B49}" dt="2025-09-25T17:47:35.598" v="8149" actId="1076"/>
          <ac:picMkLst>
            <pc:docMk/>
            <pc:sldMk cId="973623954" sldId="296"/>
            <ac:picMk id="5" creationId="{B93D19BF-1334-D1E1-95D8-B27774DE9272}"/>
          </ac:picMkLst>
        </pc:picChg>
        <pc:picChg chg="add mod">
          <ac:chgData name="Jafet Baca" userId="e9aa8a7d9ee7777b" providerId="LiveId" clId="{891FC043-2C73-4761-9DD1-747827663B49}" dt="2025-09-25T17:47:40.974" v="8152" actId="1036"/>
          <ac:picMkLst>
            <pc:docMk/>
            <pc:sldMk cId="973623954" sldId="296"/>
            <ac:picMk id="7" creationId="{2A07236E-07FE-5C5B-6907-904A4A30193B}"/>
          </ac:picMkLst>
        </pc:picChg>
      </pc:sldChg>
      <pc:sldChg chg="addSp delSp modSp add mod">
        <pc:chgData name="Jafet Baca" userId="e9aa8a7d9ee7777b" providerId="LiveId" clId="{891FC043-2C73-4761-9DD1-747827663B49}" dt="2025-09-25T17:48:55.544" v="8190" actId="1076"/>
        <pc:sldMkLst>
          <pc:docMk/>
          <pc:sldMk cId="3141762190" sldId="297"/>
        </pc:sldMkLst>
        <pc:spChg chg="mod">
          <ac:chgData name="Jafet Baca" userId="e9aa8a7d9ee7777b" providerId="LiveId" clId="{891FC043-2C73-4761-9DD1-747827663B49}" dt="2025-09-25T17:48:23.795" v="8185" actId="20577"/>
          <ac:spMkLst>
            <pc:docMk/>
            <pc:sldMk cId="3141762190" sldId="297"/>
            <ac:spMk id="3" creationId="{4E063526-8512-660C-AAB8-2ECA3FD35B71}"/>
          </ac:spMkLst>
        </pc:spChg>
        <pc:picChg chg="add mod">
          <ac:chgData name="Jafet Baca" userId="e9aa8a7d9ee7777b" providerId="LiveId" clId="{891FC043-2C73-4761-9DD1-747827663B49}" dt="2025-09-25T17:48:55.544" v="8190" actId="1076"/>
          <ac:picMkLst>
            <pc:docMk/>
            <pc:sldMk cId="3141762190" sldId="297"/>
            <ac:picMk id="4" creationId="{37EAD42C-3852-1D14-68EC-5BF8D89C0D95}"/>
          </ac:picMkLst>
        </pc:picChg>
        <pc:picChg chg="del">
          <ac:chgData name="Jafet Baca" userId="e9aa8a7d9ee7777b" providerId="LiveId" clId="{891FC043-2C73-4761-9DD1-747827663B49}" dt="2025-09-25T17:48:38.156" v="8186" actId="478"/>
          <ac:picMkLst>
            <pc:docMk/>
            <pc:sldMk cId="3141762190" sldId="297"/>
            <ac:picMk id="5" creationId="{52A5F47C-B945-9E95-693A-AA4D0E0C056F}"/>
          </ac:picMkLst>
        </pc:picChg>
        <pc:picChg chg="del">
          <ac:chgData name="Jafet Baca" userId="e9aa8a7d9ee7777b" providerId="LiveId" clId="{891FC043-2C73-4761-9DD1-747827663B49}" dt="2025-09-25T17:48:40.174" v="8187" actId="478"/>
          <ac:picMkLst>
            <pc:docMk/>
            <pc:sldMk cId="3141762190" sldId="297"/>
            <ac:picMk id="7" creationId="{8973BA71-C593-1FBB-0B6D-9E0959F44182}"/>
          </ac:picMkLst>
        </pc:picChg>
      </pc:sldChg>
      <pc:sldChg chg="modSp new mod">
        <pc:chgData name="Jafet Baca" userId="e9aa8a7d9ee7777b" providerId="LiveId" clId="{891FC043-2C73-4761-9DD1-747827663B49}" dt="2025-09-25T17:53:01.390" v="8426" actId="20577"/>
        <pc:sldMkLst>
          <pc:docMk/>
          <pc:sldMk cId="2402855951" sldId="298"/>
        </pc:sldMkLst>
        <pc:spChg chg="mod">
          <ac:chgData name="Jafet Baca" userId="e9aa8a7d9ee7777b" providerId="LiveId" clId="{891FC043-2C73-4761-9DD1-747827663B49}" dt="2025-09-25T17:53:01.390" v="8426" actId="20577"/>
          <ac:spMkLst>
            <pc:docMk/>
            <pc:sldMk cId="2402855951" sldId="298"/>
            <ac:spMk id="2" creationId="{950B288E-9D50-F73A-0ACF-0B483FFD4A71}"/>
          </ac:spMkLst>
        </pc:spChg>
        <pc:spChg chg="mod">
          <ac:chgData name="Jafet Baca" userId="e9aa8a7d9ee7777b" providerId="LiveId" clId="{891FC043-2C73-4761-9DD1-747827663B49}" dt="2025-09-25T17:51:40.402" v="8218" actId="20577"/>
          <ac:spMkLst>
            <pc:docMk/>
            <pc:sldMk cId="2402855951" sldId="298"/>
            <ac:spMk id="3" creationId="{E22B49AE-BB10-9C7F-0195-25CAA155A20E}"/>
          </ac:spMkLst>
        </pc:spChg>
      </pc:sldChg>
      <pc:sldChg chg="addSp delSp modSp new mod">
        <pc:chgData name="Jafet Baca" userId="e9aa8a7d9ee7777b" providerId="LiveId" clId="{891FC043-2C73-4761-9DD1-747827663B49}" dt="2025-09-25T17:53:55.621" v="8463" actId="1076"/>
        <pc:sldMkLst>
          <pc:docMk/>
          <pc:sldMk cId="2891670457" sldId="299"/>
        </pc:sldMkLst>
        <pc:spChg chg="del">
          <ac:chgData name="Jafet Baca" userId="e9aa8a7d9ee7777b" providerId="LiveId" clId="{891FC043-2C73-4761-9DD1-747827663B49}" dt="2025-09-25T17:53:30.448" v="8453" actId="478"/>
          <ac:spMkLst>
            <pc:docMk/>
            <pc:sldMk cId="2891670457" sldId="299"/>
            <ac:spMk id="2" creationId="{6B0B2B7F-200E-05CE-85F5-207BD1B6A68A}"/>
          </ac:spMkLst>
        </pc:spChg>
        <pc:spChg chg="mod">
          <ac:chgData name="Jafet Baca" userId="e9aa8a7d9ee7777b" providerId="LiveId" clId="{891FC043-2C73-4761-9DD1-747827663B49}" dt="2025-09-25T17:53:14.548" v="8452" actId="20577"/>
          <ac:spMkLst>
            <pc:docMk/>
            <pc:sldMk cId="2891670457" sldId="299"/>
            <ac:spMk id="3" creationId="{940711DB-65D2-144B-D012-1EA1C0E08760}"/>
          </ac:spMkLst>
        </pc:spChg>
        <pc:picChg chg="add del mod">
          <ac:chgData name="Jafet Baca" userId="e9aa8a7d9ee7777b" providerId="LiveId" clId="{891FC043-2C73-4761-9DD1-747827663B49}" dt="2025-09-25T17:53:39.150" v="8457" actId="478"/>
          <ac:picMkLst>
            <pc:docMk/>
            <pc:sldMk cId="2891670457" sldId="299"/>
            <ac:picMk id="5" creationId="{6D62FBCC-5CEE-CDEE-1415-C4FEA24A5267}"/>
          </ac:picMkLst>
        </pc:picChg>
        <pc:picChg chg="add mod">
          <ac:chgData name="Jafet Baca" userId="e9aa8a7d9ee7777b" providerId="LiveId" clId="{891FC043-2C73-4761-9DD1-747827663B49}" dt="2025-09-25T17:53:55.621" v="8463" actId="1076"/>
          <ac:picMkLst>
            <pc:docMk/>
            <pc:sldMk cId="2891670457" sldId="299"/>
            <ac:picMk id="7" creationId="{C1E63532-9579-6D4D-468F-CD5450F70720}"/>
          </ac:picMkLst>
        </pc:picChg>
      </pc:sldChg>
      <pc:sldMasterChg chg="delSldLayout">
        <pc:chgData name="Jafet Baca" userId="e9aa8a7d9ee7777b" providerId="LiveId" clId="{891FC043-2C73-4761-9DD1-747827663B49}" dt="2025-09-14T22:06:41.315" v="5745" actId="47"/>
        <pc:sldMasterMkLst>
          <pc:docMk/>
          <pc:sldMasterMk cId="0" sldId="2147483659"/>
        </pc:sldMasterMkLst>
        <pc:sldLayoutChg chg="del">
          <pc:chgData name="Jafet Baca" userId="e9aa8a7d9ee7777b" providerId="LiveId" clId="{891FC043-2C73-4761-9DD1-747827663B49}" dt="2025-09-12T03:12:19.504" v="3411" actId="47"/>
          <pc:sldLayoutMkLst>
            <pc:docMk/>
            <pc:sldMasterMk cId="0" sldId="2147483659"/>
            <pc:sldLayoutMk cId="0" sldId="2147483652"/>
          </pc:sldLayoutMkLst>
        </pc:sldLayoutChg>
        <pc:sldLayoutChg chg="del">
          <pc:chgData name="Jafet Baca" userId="e9aa8a7d9ee7777b" providerId="LiveId" clId="{891FC043-2C73-4761-9DD1-747827663B49}" dt="2025-09-05T03:10:32.286" v="1590" actId="47"/>
          <pc:sldLayoutMkLst>
            <pc:docMk/>
            <pc:sldMasterMk cId="0" sldId="2147483659"/>
            <pc:sldLayoutMk cId="0" sldId="2147483654"/>
          </pc:sldLayoutMkLst>
        </pc:sldLayoutChg>
        <pc:sldLayoutChg chg="del">
          <pc:chgData name="Jafet Baca" userId="e9aa8a7d9ee7777b" providerId="LiveId" clId="{891FC043-2C73-4761-9DD1-747827663B49}" dt="2025-09-14T22:06:41.315" v="5745" actId="47"/>
          <pc:sldLayoutMkLst>
            <pc:docMk/>
            <pc:sldMasterMk cId="0" sldId="2147483659"/>
            <pc:sldLayoutMk cId="0" sldId="2147483656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F3FC2F-9EE7-816E-9489-DF7A29ACA2D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A37675-A6B8-FAB0-0065-4827A6D0622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A1ADCE-ADAE-4909-9112-3AC374E8D4A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5B034B-94CF-1D5D-181E-C476B60D07E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C08DC-4CF7-C959-28BE-604BEEBD3DB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0C3ED1-5040-4189-A49E-4FBEC4323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7489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73a0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73a0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075CC73E-D39E-2BB8-29F3-7866002F6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c6f73a04f_0_9:notes">
            <a:extLst>
              <a:ext uri="{FF2B5EF4-FFF2-40B4-BE49-F238E27FC236}">
                <a16:creationId xmlns:a16="http://schemas.microsoft.com/office/drawing/2014/main" id="{C45B5614-BC35-BE57-4C80-8A8FB6DF0F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c6f73a04f_0_9:notes">
            <a:extLst>
              <a:ext uri="{FF2B5EF4-FFF2-40B4-BE49-F238E27FC236}">
                <a16:creationId xmlns:a16="http://schemas.microsoft.com/office/drawing/2014/main" id="{016595C3-5B2F-F80A-275A-82BE821FBD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8551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276066"/>
            <a:ext cx="9144000" cy="386743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" name="Google Shape;20;p4"/>
          <p:cNvSpPr/>
          <p:nvPr/>
        </p:nvSpPr>
        <p:spPr>
          <a:xfrm>
            <a:off x="0" y="127656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615413"/>
            <a:ext cx="8222100" cy="30138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250"/>
              </a:spcBef>
              <a:spcAft>
                <a:spcPts val="250"/>
              </a:spcAft>
              <a:buSzPts val="1800"/>
              <a:buChar char="●"/>
              <a:defRPr/>
            </a:lvl1pPr>
            <a:lvl2pPr marL="914400" lvl="1" indent="-317500">
              <a:spcBef>
                <a:spcPts val="250"/>
              </a:spcBef>
              <a:spcAft>
                <a:spcPts val="25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 lang="en-US" dirty="0"/>
          </a:p>
          <a:p>
            <a:pPr lvl="1"/>
            <a:endParaRPr dirty="0"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8392ED-DC59-E275-87FE-07340756A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00" y="278113"/>
            <a:ext cx="8222100" cy="767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658024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8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2692021"/>
            <a:ext cx="8222100" cy="19134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5" r:id="rId3"/>
    <p:sldLayoutId id="214748365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title"/>
          </p:nvPr>
        </p:nvSpPr>
        <p:spPr>
          <a:xfrm>
            <a:off x="475500" y="1258525"/>
            <a:ext cx="8222100" cy="1963500"/>
          </a:xfr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dirty="0"/>
              <a:t>DATA SCIENCE FOR ECONOMISTS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/>
              <a:t>ECON 220 LAB</a:t>
            </a:r>
          </a:p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/>
              <a:t>Jafet Baca-Obando</a:t>
            </a:r>
          </a:p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/>
              <a:t>Week 5, Normal and Binomial Distributions – 09/26/2025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2298A-0E3B-1B4E-5597-CC94CCDA6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7FF9DD-6B19-C7F8-E477-8D03D7012FDA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Basic data analysis</a:t>
            </a:r>
          </a:p>
          <a:p>
            <a:r>
              <a:rPr lang="en-US" dirty="0"/>
              <a:t>The normal distribution</a:t>
            </a:r>
          </a:p>
          <a:p>
            <a:r>
              <a:rPr lang="en-US" dirty="0"/>
              <a:t>The </a:t>
            </a:r>
            <a:r>
              <a:rPr lang="en-US"/>
              <a:t>binomial distribution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760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BD3F8357-3484-0600-66D5-856C5A5B8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>
            <a:extLst>
              <a:ext uri="{FF2B5EF4-FFF2-40B4-BE49-F238E27FC236}">
                <a16:creationId xmlns:a16="http://schemas.microsoft.com/office/drawing/2014/main" id="{7AC259C7-7C69-CD15-506A-04F6FA3D61AA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EC0AC41B-453D-D9CD-B169-D31E1AEDA6C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Importing required libraries and dataset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E8511E-43D5-AC76-0640-BA77BD0534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900" y="1615413"/>
            <a:ext cx="8192643" cy="9812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EDB2AC-6B91-0E01-A174-B1336BE8BA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900" y="2787494"/>
            <a:ext cx="8164064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51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ED294F-26CC-8AA1-1DBB-B20A222C17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7ED4B6A-92A6-2C23-3A99-AB7995DDF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Renaming columns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C33D3C-13C5-B8D4-3856-933C1318E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764" y="1482107"/>
            <a:ext cx="6026471" cy="338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98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F9F30A-E8BD-752C-2909-3E3A865092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96900" lvl="1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DD60EF-6E1E-4BBD-E087-F6BF07ABD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region is the happiest, on average?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F8C0BA-7B82-3A99-764D-E30FAE612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81" y="2017290"/>
            <a:ext cx="8154538" cy="221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271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96C7398-E4EC-C1F5-2FE8-FF55CA84C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region is the happiest, on average?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A7BB0E-1A73-5031-0467-53BB8F9C7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994" y="1323611"/>
            <a:ext cx="3717912" cy="356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719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72B7F9B-E9EB-AF57-7463-054397222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348" y="329516"/>
            <a:ext cx="8222100" cy="767700"/>
          </a:xfrm>
        </p:spPr>
        <p:txBody>
          <a:bodyPr/>
          <a:lstStyle/>
          <a:p>
            <a:r>
              <a:rPr lang="en-US" sz="2800" dirty="0"/>
              <a:t>Is the happiness score of LATAM countries normally distributed?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414B06-2FDE-10AC-3333-6A4FDC0C8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080" y="1430704"/>
            <a:ext cx="5251839" cy="338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06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04A87-5F0D-1F93-1C8F-A806A4077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1AAF05D-DDBC-AA36-A43F-27008D8F1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Is the happiness score of LATAM countries normal?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98EAC3-394D-6B1F-AC47-D64BA62B2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023" y="1482107"/>
            <a:ext cx="4555853" cy="338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656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EA9A92A-8CD3-F032-0EFA-7374E889C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What is the probability that a LATAM country has a score below or equal to 6? Normal distribution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3D19BF-1334-D1E1-95D8-B27774DE9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041" y="1337435"/>
            <a:ext cx="7149902" cy="17373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07236E-07FE-5C5B-6907-904A4A301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041" y="3146728"/>
            <a:ext cx="7175815" cy="155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623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4E00D-E2FD-A5B2-3A13-203103351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E063526-8512-660C-AAB8-2ECA3FD35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What is the probability that a LATAM country has a score below or equal to 6? Actual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EAD42C-3852-1D14-68EC-5BF8D89C0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46" y="1639438"/>
            <a:ext cx="8268854" cy="279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762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0B288E-9D50-F73A-0ACF-0B483FFD4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Suppose we want to know the likelihood that a country has a score greater than 6 out of a sample of 6 countries.</a:t>
            </a:r>
          </a:p>
          <a:p>
            <a:r>
              <a:rPr lang="en-US" dirty="0"/>
              <a:t>We can do this with the binomial distribution</a:t>
            </a:r>
          </a:p>
          <a:p>
            <a:r>
              <a:rPr lang="en-US" dirty="0"/>
              <a:t>Assumptions</a:t>
            </a:r>
          </a:p>
          <a:p>
            <a:pPr lvl="1"/>
            <a:r>
              <a:rPr lang="en-US" dirty="0"/>
              <a:t>Countries are assumed to be independent from each other</a:t>
            </a:r>
          </a:p>
          <a:p>
            <a:pPr lvl="1"/>
            <a:r>
              <a:rPr lang="en-US" dirty="0"/>
              <a:t>There is a fixed number of countries,</a:t>
            </a:r>
          </a:p>
          <a:p>
            <a:pPr lvl="1"/>
            <a:r>
              <a:rPr lang="en-US" dirty="0"/>
              <a:t>A country can have a score greater than 6 or less than or equal to 6 (i.e.. two possible outcomes)</a:t>
            </a:r>
          </a:p>
          <a:p>
            <a:pPr lvl="1"/>
            <a:r>
              <a:rPr lang="en-US" dirty="0"/>
              <a:t>Each country is equally likely to be chosen in the sample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2B49AE-BB10-9C7F-0195-25CAA155A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binomial distribution</a:t>
            </a:r>
          </a:p>
        </p:txBody>
      </p:sp>
    </p:spTree>
    <p:extLst>
      <p:ext uri="{BB962C8B-B14F-4D97-AF65-F5344CB8AC3E}">
        <p14:creationId xmlns:p14="http://schemas.microsoft.com/office/powerpoint/2010/main" val="2402855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0711DB-65D2-144B-D012-1EA1C0E08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binomial distribution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E63532-9579-6D4D-468F-CD5450F70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381" y="1364486"/>
            <a:ext cx="7577138" cy="338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6704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D0F855F-63C4-5E5B-F8A7-FDB812AA2D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analyzed the 2020 World Happiness Index data using Python.</a:t>
            </a:r>
          </a:p>
          <a:p>
            <a:r>
              <a:rPr lang="en-US" dirty="0"/>
              <a:t>We learned how to compute probabilities using the normal distribution.</a:t>
            </a:r>
          </a:p>
          <a:p>
            <a:r>
              <a:rPr lang="en-US" dirty="0"/>
              <a:t>We learned how to compute probabilities using the binomial distribution.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20C7DB-00DE-138A-A741-BDAA2127E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</p:spTree>
    <p:extLst>
      <p:ext uri="{BB962C8B-B14F-4D97-AF65-F5344CB8AC3E}">
        <p14:creationId xmlns:p14="http://schemas.microsoft.com/office/powerpoint/2010/main" val="37074359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6EBC7-97D4-C66E-30A6-148C30402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</p:spPr>
        <p:txBody>
          <a:bodyPr/>
          <a:lstStyle/>
          <a:p>
            <a:r>
              <a:rPr lang="en-US" dirty="0"/>
              <a:t>To-do list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A9F882-4B94-D501-2F2E-20CBA9C3B11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</p:spPr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Complete Data Exercise 2</a:t>
            </a:r>
          </a:p>
          <a:p>
            <a:pPr lvl="1"/>
            <a:r>
              <a:rPr lang="en-US" dirty="0"/>
              <a:t>Upload Jupyter notebook (.ipynb file) and HTML file on </a:t>
            </a:r>
            <a:r>
              <a:rPr lang="en-US" b="1" dirty="0">
                <a:solidFill>
                  <a:srgbClr val="FFC000"/>
                </a:solidFill>
              </a:rPr>
              <a:t>September 28</a:t>
            </a:r>
            <a:r>
              <a:rPr lang="en-US" dirty="0"/>
              <a:t>.</a:t>
            </a:r>
          </a:p>
          <a:p>
            <a:r>
              <a:rPr lang="en-US" dirty="0"/>
              <a:t>Complete Data Exercise 3</a:t>
            </a:r>
          </a:p>
          <a:p>
            <a:pPr lvl="1"/>
            <a:r>
              <a:rPr lang="en-US" dirty="0"/>
              <a:t>Upload Jupyter notebook (.ipynb file) and HTML file </a:t>
            </a:r>
            <a:r>
              <a:rPr lang="en-US"/>
              <a:t>on </a:t>
            </a:r>
            <a:r>
              <a:rPr lang="en-US" b="1">
                <a:solidFill>
                  <a:srgbClr val="FFC000"/>
                </a:solidFill>
              </a:rPr>
              <a:t>October 5</a:t>
            </a:r>
            <a:r>
              <a:rPr lang="en-US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981089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Custom 3">
      <a:dk1>
        <a:srgbClr val="01598D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850</TotalTime>
  <Words>274</Words>
  <Application>Microsoft Office PowerPoint</Application>
  <PresentationFormat>On-screen Show (16:9)</PresentationFormat>
  <Paragraphs>36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Roboto</vt:lpstr>
      <vt:lpstr>Arial</vt:lpstr>
      <vt:lpstr>Material</vt:lpstr>
      <vt:lpstr>DATA SCIENCE FOR ECONOMISTS</vt:lpstr>
      <vt:lpstr>Outline</vt:lpstr>
      <vt:lpstr>Importing required libraries and dataset</vt:lpstr>
      <vt:lpstr>Renaming columns</vt:lpstr>
      <vt:lpstr>Which region is the happiest, on average?</vt:lpstr>
      <vt:lpstr>Which region is the happiest, on average?</vt:lpstr>
      <vt:lpstr>Is the happiness score of LATAM countries normally distributed?</vt:lpstr>
      <vt:lpstr>Is the happiness score of LATAM countries normal?</vt:lpstr>
      <vt:lpstr>What is the probability that a LATAM country has a score below or equal to 6? Normal distribution</vt:lpstr>
      <vt:lpstr>What is the probability that a LATAM country has a score below or equal to 6? Actual data</vt:lpstr>
      <vt:lpstr>The binomial distribution</vt:lpstr>
      <vt:lpstr>The binomial distribution</vt:lpstr>
      <vt:lpstr>Recap</vt:lpstr>
      <vt:lpstr>To-do list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Baca Obando, Jafet</cp:lastModifiedBy>
  <cp:revision>5</cp:revision>
  <dcterms:modified xsi:type="dcterms:W3CDTF">2025-09-26T03:29:41Z</dcterms:modified>
</cp:coreProperties>
</file>