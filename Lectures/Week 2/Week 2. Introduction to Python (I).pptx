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handoutMasterIdLst>
    <p:handoutMasterId r:id="rId24"/>
  </p:handoutMasterIdLst>
  <p:sldIdLst>
    <p:sldId id="256" r:id="rId2"/>
    <p:sldId id="275" r:id="rId3"/>
    <p:sldId id="277" r:id="rId4"/>
    <p:sldId id="258" r:id="rId5"/>
    <p:sldId id="267" r:id="rId6"/>
    <p:sldId id="268" r:id="rId7"/>
    <p:sldId id="269" r:id="rId8"/>
    <p:sldId id="278" r:id="rId9"/>
    <p:sldId id="279" r:id="rId10"/>
    <p:sldId id="28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72" r:id="rId21"/>
    <p:sldId id="274" r:id="rId2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EB8AC5-E74D-4071-8063-B13085CF91C3}" v="67" dt="2025-09-05T13:11:47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et Baca" userId="e9aa8a7d9ee7777b" providerId="LiveId" clId="{311F5A97-4221-4547-8FCC-FE69D99686D5}"/>
    <pc:docChg chg="undo custSel addSld delSld modSld sldOrd modMainMaster">
      <pc:chgData name="Jafet Baca" userId="e9aa8a7d9ee7777b" providerId="LiveId" clId="{311F5A97-4221-4547-8FCC-FE69D99686D5}" dt="2025-08-28T02:28:18.137" v="2108" actId="478"/>
      <pc:docMkLst>
        <pc:docMk/>
      </pc:docMkLst>
      <pc:sldChg chg="modSp mod">
        <pc:chgData name="Jafet Baca" userId="e9aa8a7d9ee7777b" providerId="LiveId" clId="{311F5A97-4221-4547-8FCC-FE69D99686D5}" dt="2025-08-27T13:40:58.369" v="1236" actId="20577"/>
        <pc:sldMkLst>
          <pc:docMk/>
          <pc:sldMk cId="0" sldId="256"/>
        </pc:sldMkLst>
        <pc:spChg chg="mod">
          <ac:chgData name="Jafet Baca" userId="e9aa8a7d9ee7777b" providerId="LiveId" clId="{311F5A97-4221-4547-8FCC-FE69D99686D5}" dt="2025-08-27T13:40:58.369" v="1236" actId="20577"/>
          <ac:spMkLst>
            <pc:docMk/>
            <pc:sldMk cId="0" sldId="256"/>
            <ac:spMk id="68" creationId="{00000000-0000-0000-0000-000000000000}"/>
          </ac:spMkLst>
        </pc:spChg>
      </pc:sldChg>
      <pc:sldChg chg="del">
        <pc:chgData name="Jafet Baca" userId="e9aa8a7d9ee7777b" providerId="LiveId" clId="{311F5A97-4221-4547-8FCC-FE69D99686D5}" dt="2025-08-27T13:34:20.459" v="1007" actId="47"/>
        <pc:sldMkLst>
          <pc:docMk/>
          <pc:sldMk cId="0" sldId="257"/>
        </pc:sldMkLst>
      </pc:sldChg>
      <pc:sldChg chg="addSp delSp modSp mod chgLayout">
        <pc:chgData name="Jafet Baca" userId="e9aa8a7d9ee7777b" providerId="LiveId" clId="{311F5A97-4221-4547-8FCC-FE69D99686D5}" dt="2025-08-28T01:54:06.188" v="1501" actId="20577"/>
        <pc:sldMkLst>
          <pc:docMk/>
          <pc:sldMk cId="0" sldId="258"/>
        </pc:sldMkLst>
        <pc:spChg chg="mod ord">
          <ac:chgData name="Jafet Baca" userId="e9aa8a7d9ee7777b" providerId="LiveId" clId="{311F5A97-4221-4547-8FCC-FE69D99686D5}" dt="2025-08-28T01:52:08.630" v="1418" actId="700"/>
          <ac:spMkLst>
            <pc:docMk/>
            <pc:sldMk cId="0" sldId="258"/>
            <ac:spMk id="78" creationId="{00000000-0000-0000-0000-000000000000}"/>
          </ac:spMkLst>
        </pc:spChg>
        <pc:spChg chg="mod ord">
          <ac:chgData name="Jafet Baca" userId="e9aa8a7d9ee7777b" providerId="LiveId" clId="{311F5A97-4221-4547-8FCC-FE69D99686D5}" dt="2025-08-28T01:54:06.188" v="1501" actId="20577"/>
          <ac:spMkLst>
            <pc:docMk/>
            <pc:sldMk cId="0" sldId="258"/>
            <ac:spMk id="79" creationId="{00000000-0000-0000-0000-000000000000}"/>
          </ac:spMkLst>
        </pc:spChg>
      </pc:sldChg>
      <pc:sldChg chg="del">
        <pc:chgData name="Jafet Baca" userId="e9aa8a7d9ee7777b" providerId="LiveId" clId="{311F5A97-4221-4547-8FCC-FE69D99686D5}" dt="2025-08-27T12:51:55.596" v="17" actId="2696"/>
        <pc:sldMkLst>
          <pc:docMk/>
          <pc:sldMk cId="0" sldId="259"/>
        </pc:sldMkLst>
      </pc:sldChg>
      <pc:sldChg chg="del">
        <pc:chgData name="Jafet Baca" userId="e9aa8a7d9ee7777b" providerId="LiveId" clId="{311F5A97-4221-4547-8FCC-FE69D99686D5}" dt="2025-08-27T12:51:59.949" v="18" actId="2696"/>
        <pc:sldMkLst>
          <pc:docMk/>
          <pc:sldMk cId="0" sldId="260"/>
        </pc:sldMkLst>
      </pc:sldChg>
      <pc:sldChg chg="addSp delSp modSp mod chgLayout">
        <pc:chgData name="Jafet Baca" userId="e9aa8a7d9ee7777b" providerId="LiveId" clId="{311F5A97-4221-4547-8FCC-FE69D99686D5}" dt="2025-08-28T01:49:37.503" v="1416" actId="6264"/>
        <pc:sldMkLst>
          <pc:docMk/>
          <pc:sldMk cId="0" sldId="261"/>
        </pc:sldMkLst>
      </pc:sldChg>
      <pc:sldChg chg="del">
        <pc:chgData name="Jafet Baca" userId="e9aa8a7d9ee7777b" providerId="LiveId" clId="{311F5A97-4221-4547-8FCC-FE69D99686D5}" dt="2025-08-27T13:28:14.925" v="971" actId="47"/>
        <pc:sldMkLst>
          <pc:docMk/>
          <pc:sldMk cId="0" sldId="262"/>
        </pc:sldMkLst>
      </pc:sldChg>
      <pc:sldChg chg="add del">
        <pc:chgData name="Jafet Baca" userId="e9aa8a7d9ee7777b" providerId="LiveId" clId="{311F5A97-4221-4547-8FCC-FE69D99686D5}" dt="2025-08-27T13:28:35.372" v="974" actId="47"/>
        <pc:sldMkLst>
          <pc:docMk/>
          <pc:sldMk cId="0" sldId="263"/>
        </pc:sldMkLst>
      </pc:sldChg>
      <pc:sldChg chg="modSp mod">
        <pc:chgData name="Jafet Baca" userId="e9aa8a7d9ee7777b" providerId="LiveId" clId="{311F5A97-4221-4547-8FCC-FE69D99686D5}" dt="2025-08-27T13:28:46.691" v="1002" actId="20577"/>
        <pc:sldMkLst>
          <pc:docMk/>
          <pc:sldMk cId="0" sldId="264"/>
        </pc:sldMkLst>
      </pc:sldChg>
      <pc:sldChg chg="del">
        <pc:chgData name="Jafet Baca" userId="e9aa8a7d9ee7777b" providerId="LiveId" clId="{311F5A97-4221-4547-8FCC-FE69D99686D5}" dt="2025-08-27T13:28:50.992" v="1003" actId="47"/>
        <pc:sldMkLst>
          <pc:docMk/>
          <pc:sldMk cId="0" sldId="265"/>
        </pc:sldMkLst>
      </pc:sldChg>
      <pc:sldChg chg="addSp delSp modSp mod chgLayout">
        <pc:chgData name="Jafet Baca" userId="e9aa8a7d9ee7777b" providerId="LiveId" clId="{311F5A97-4221-4547-8FCC-FE69D99686D5}" dt="2025-08-28T01:52:29.906" v="1419" actId="700"/>
        <pc:sldMkLst>
          <pc:docMk/>
          <pc:sldMk cId="2448736150" sldId="266"/>
        </pc:sldMkLst>
      </pc:sldChg>
      <pc:sldChg chg="addSp delSp modSp add mod chgLayout">
        <pc:chgData name="Jafet Baca" userId="e9aa8a7d9ee7777b" providerId="LiveId" clId="{311F5A97-4221-4547-8FCC-FE69D99686D5}" dt="2025-08-28T02:20:39.519" v="1854" actId="20577"/>
        <pc:sldMkLst>
          <pc:docMk/>
          <pc:sldMk cId="146951357" sldId="267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46951357" sldId="267"/>
            <ac:spMk id="78" creationId="{EC0AC41B-453D-D9CD-B169-D31E1AEDA6C3}"/>
          </ac:spMkLst>
        </pc:spChg>
        <pc:spChg chg="mod ord">
          <ac:chgData name="Jafet Baca" userId="e9aa8a7d9ee7777b" providerId="LiveId" clId="{311F5A97-4221-4547-8FCC-FE69D99686D5}" dt="2025-08-28T02:20:39.519" v="1854" actId="20577"/>
          <ac:spMkLst>
            <pc:docMk/>
            <pc:sldMk cId="146951357" sldId="267"/>
            <ac:spMk id="79" creationId="{7AC259C7-7C69-CD15-506A-04F6FA3D61AA}"/>
          </ac:spMkLst>
        </pc:spChg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3637055690" sldId="268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3637055690" sldId="268"/>
            <ac:spMk id="78" creationId="{6C482B5B-907C-6384-E27D-0EC0F8A54804}"/>
          </ac:spMkLst>
        </pc:spChg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3637055690" sldId="268"/>
            <ac:spMk id="79" creationId="{BCE73B76-16AD-67E6-A501-72C3A721F1DD}"/>
          </ac:spMkLst>
        </pc:spChg>
      </pc:sldChg>
      <pc:sldChg chg="addSp delSp modSp new mod chgLayout">
        <pc:chgData name="Jafet Baca" userId="e9aa8a7d9ee7777b" providerId="LiveId" clId="{311F5A97-4221-4547-8FCC-FE69D99686D5}" dt="2025-08-28T01:52:29.906" v="1419" actId="700"/>
        <pc:sldMkLst>
          <pc:docMk/>
          <pc:sldMk cId="1016271269" sldId="269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016271269" sldId="269"/>
            <ac:spMk id="2" creationId="{D7DD60EF-6E1E-4BBD-E087-F6BF07ABD533}"/>
          </ac:spMkLst>
        </pc:spChg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016271269" sldId="269"/>
            <ac:spMk id="3" creationId="{FCF9F30A-E8BD-752C-2909-3E3A8650929C}"/>
          </ac:spMkLst>
        </pc:spChg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2205698864" sldId="270"/>
        </pc:sldMkLst>
      </pc:sldChg>
      <pc:sldChg chg="addSp delSp modSp add mod ord chgLayout">
        <pc:chgData name="Jafet Baca" userId="e9aa8a7d9ee7777b" providerId="LiveId" clId="{311F5A97-4221-4547-8FCC-FE69D99686D5}" dt="2025-08-28T02:13:51.979" v="1774" actId="20577"/>
        <pc:sldMkLst>
          <pc:docMk/>
          <pc:sldMk cId="3153270963" sldId="271"/>
        </pc:sldMkLst>
      </pc:sldChg>
      <pc:sldChg chg="addSp delSp modSp new mod chgLayout">
        <pc:chgData name="Jafet Baca" userId="e9aa8a7d9ee7777b" providerId="LiveId" clId="{311F5A97-4221-4547-8FCC-FE69D99686D5}" dt="2025-08-28T02:28:18.137" v="2108" actId="478"/>
        <pc:sldMkLst>
          <pc:docMk/>
          <pc:sldMk cId="3202981089" sldId="272"/>
        </pc:sldMkLst>
        <pc:spChg chg="mod ord">
          <ac:chgData name="Jafet Baca" userId="e9aa8a7d9ee7777b" providerId="LiveId" clId="{311F5A97-4221-4547-8FCC-FE69D99686D5}" dt="2025-08-28T01:49:37.503" v="1416" actId="6264"/>
          <ac:spMkLst>
            <pc:docMk/>
            <pc:sldMk cId="3202981089" sldId="272"/>
            <ac:spMk id="2" creationId="{BE16EBC7-97D4-C66E-30A6-148C30402DD5}"/>
          </ac:spMkLst>
        </pc:spChg>
        <pc:spChg chg="mod ord">
          <ac:chgData name="Jafet Baca" userId="e9aa8a7d9ee7777b" providerId="LiveId" clId="{311F5A97-4221-4547-8FCC-FE69D99686D5}" dt="2025-08-28T01:49:37.503" v="1416" actId="6264"/>
          <ac:spMkLst>
            <pc:docMk/>
            <pc:sldMk cId="3202981089" sldId="272"/>
            <ac:spMk id="4" creationId="{37A9F882-4B94-D501-2F2E-20CBA9C3B117}"/>
          </ac:spMkLst>
        </pc:spChg>
      </pc:sldChg>
      <pc:sldChg chg="modSp add del mod modTransition modClrScheme chgLayout">
        <pc:chgData name="Jafet Baca" userId="e9aa8a7d9ee7777b" providerId="LiveId" clId="{311F5A97-4221-4547-8FCC-FE69D99686D5}" dt="2025-08-27T13:36:44.646" v="1010" actId="48537"/>
        <pc:sldMkLst>
          <pc:docMk/>
          <pc:sldMk cId="1614480568" sldId="273"/>
        </pc:sldMkLst>
      </pc:sldChg>
      <pc:sldChg chg="addSp delSp modSp add mod chgLayout">
        <pc:chgData name="Jafet Baca" userId="e9aa8a7d9ee7777b" providerId="LiveId" clId="{311F5A97-4221-4547-8FCC-FE69D99686D5}" dt="2025-08-28T02:28:03.194" v="2107" actId="20577"/>
        <pc:sldMkLst>
          <pc:docMk/>
          <pc:sldMk cId="1722430344" sldId="273"/>
        </pc:sldMkLst>
      </pc:sldChg>
      <pc:sldMasterChg chg="addSldLayout delSldLayout modSldLayout">
        <pc:chgData name="Jafet Baca" userId="e9aa8a7d9ee7777b" providerId="LiveId" clId="{311F5A97-4221-4547-8FCC-FE69D99686D5}" dt="2025-08-28T01:55:31.592" v="1508" actId="14100"/>
        <pc:sldMasterMkLst>
          <pc:docMk/>
          <pc:sldMasterMk cId="0" sldId="2147483659"/>
        </pc:sldMasterMkLst>
        <pc:sldLayoutChg chg="del">
          <pc:chgData name="Jafet Baca" userId="e9aa8a7d9ee7777b" providerId="LiveId" clId="{311F5A97-4221-4547-8FCC-FE69D99686D5}" dt="2025-08-27T13:34:20.459" v="1007" actId="47"/>
          <pc:sldLayoutMkLst>
            <pc:docMk/>
            <pc:sldMasterMk cId="0" sldId="2147483659"/>
            <pc:sldLayoutMk cId="0" sldId="2147483649"/>
          </pc:sldLayoutMkLst>
        </pc:sldLayoutChg>
        <pc:sldLayoutChg chg="addSp delSp modSp mod">
          <pc:chgData name="Jafet Baca" userId="e9aa8a7d9ee7777b" providerId="LiveId" clId="{311F5A97-4221-4547-8FCC-FE69D99686D5}" dt="2025-08-28T01:53:40.895" v="1497" actId="14100"/>
          <pc:sldLayoutMkLst>
            <pc:docMk/>
            <pc:sldMasterMk cId="0" sldId="2147483659"/>
            <pc:sldLayoutMk cId="0" sldId="2147483650"/>
          </pc:sldLayoutMkLst>
          <pc:spChg chg="add mod">
            <ac:chgData name="Jafet Baca" userId="e9aa8a7d9ee7777b" providerId="LiveId" clId="{311F5A97-4221-4547-8FCC-FE69D99686D5}" dt="2025-08-28T01:50:17.244" v="1417" actId="1076"/>
            <ac:spMkLst>
              <pc:docMk/>
              <pc:sldMasterMk cId="0" sldId="2147483659"/>
              <pc:sldLayoutMk cId="0" sldId="2147483650"/>
              <ac:spMk id="3" creationId="{8E8392ED-DC59-E275-87FE-07340756A4D8}"/>
            </ac:spMkLst>
          </pc:spChg>
          <pc:spChg chg="mod">
            <ac:chgData name="Jafet Baca" userId="e9aa8a7d9ee7777b" providerId="LiveId" clId="{311F5A97-4221-4547-8FCC-FE69D99686D5}" dt="2025-08-28T01:53:05.580" v="1421" actId="14100"/>
            <ac:spMkLst>
              <pc:docMk/>
              <pc:sldMasterMk cId="0" sldId="2147483659"/>
              <pc:sldLayoutMk cId="0" sldId="2147483650"/>
              <ac:spMk id="19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3:27.465" v="1496" actId="1035"/>
            <ac:spMkLst>
              <pc:docMk/>
              <pc:sldMasterMk cId="0" sldId="2147483659"/>
              <pc:sldLayoutMk cId="0" sldId="2147483650"/>
              <ac:spMk id="20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3:40.895" v="1497" actId="14100"/>
            <ac:spMkLst>
              <pc:docMk/>
              <pc:sldMasterMk cId="0" sldId="2147483659"/>
              <pc:sldLayoutMk cId="0" sldId="2147483650"/>
              <ac:spMk id="22" creationId="{00000000-0000-0000-0000-000000000000}"/>
            </ac:spMkLst>
          </pc:spChg>
        </pc:sldLayoutChg>
        <pc:sldLayoutChg chg="del">
          <pc:chgData name="Jafet Baca" userId="e9aa8a7d9ee7777b" providerId="LiveId" clId="{311F5A97-4221-4547-8FCC-FE69D99686D5}" dt="2025-08-27T12:51:55.596" v="17" actId="2696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Jafet Baca" userId="e9aa8a7d9ee7777b" providerId="LiveId" clId="{311F5A97-4221-4547-8FCC-FE69D99686D5}" dt="2025-08-27T13:28:50.992" v="1003" actId="47"/>
          <pc:sldLayoutMkLst>
            <pc:docMk/>
            <pc:sldMasterMk cId="0" sldId="2147483659"/>
            <pc:sldLayoutMk cId="0" sldId="2147483653"/>
          </pc:sldLayoutMkLst>
        </pc:sldLayoutChg>
        <pc:sldLayoutChg chg="modSp mod">
          <pc:chgData name="Jafet Baca" userId="e9aa8a7d9ee7777b" providerId="LiveId" clId="{311F5A97-4221-4547-8FCC-FE69D99686D5}" dt="2025-08-28T01:55:31.592" v="1508" actId="14100"/>
          <pc:sldLayoutMkLst>
            <pc:docMk/>
            <pc:sldMasterMk cId="0" sldId="2147483659"/>
            <pc:sldLayoutMk cId="0" sldId="2147483657"/>
          </pc:sldLayoutMkLst>
          <pc:spChg chg="mod">
            <ac:chgData name="Jafet Baca" userId="e9aa8a7d9ee7777b" providerId="LiveId" clId="{311F5A97-4221-4547-8FCC-FE69D99686D5}" dt="2025-08-28T01:55:25.174" v="1507" actId="1076"/>
            <ac:spMkLst>
              <pc:docMk/>
              <pc:sldMasterMk cId="0" sldId="2147483659"/>
              <pc:sldLayoutMk cId="0" sldId="2147483657"/>
              <ac:spMk id="58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5:31.592" v="1508" actId="14100"/>
            <ac:spMkLst>
              <pc:docMk/>
              <pc:sldMasterMk cId="0" sldId="2147483659"/>
              <pc:sldLayoutMk cId="0" sldId="2147483657"/>
              <ac:spMk id="59" creationId="{00000000-0000-0000-0000-000000000000}"/>
            </ac:spMkLst>
          </pc:spChg>
        </pc:sldLayoutChg>
        <pc:sldLayoutChg chg="add del">
          <pc:chgData name="Jafet Baca" userId="e9aa8a7d9ee7777b" providerId="LiveId" clId="{311F5A97-4221-4547-8FCC-FE69D99686D5}" dt="2025-08-27T13:28:35.372" v="974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Jafet Baca" userId="e9aa8a7d9ee7777b" providerId="LiveId" clId="{891FC043-2C73-4761-9DD1-747827663B49}"/>
    <pc:docChg chg="undo custSel addSld delSld modSld sldOrd">
      <pc:chgData name="Jafet Baca" userId="e9aa8a7d9ee7777b" providerId="LiveId" clId="{891FC043-2C73-4761-9DD1-747827663B49}" dt="2025-09-05T13:11:51.380" v="2860" actId="1076"/>
      <pc:docMkLst>
        <pc:docMk/>
      </pc:docMkLst>
      <pc:sldChg chg="modSp mod">
        <pc:chgData name="Jafet Baca" userId="e9aa8a7d9ee7777b" providerId="LiveId" clId="{891FC043-2C73-4761-9DD1-747827663B49}" dt="2025-09-03T03:07:45.044" v="45" actId="20577"/>
        <pc:sldMkLst>
          <pc:docMk/>
          <pc:sldMk cId="0" sldId="256"/>
        </pc:sldMkLst>
        <pc:spChg chg="mod">
          <ac:chgData name="Jafet Baca" userId="e9aa8a7d9ee7777b" providerId="LiveId" clId="{891FC043-2C73-4761-9DD1-747827663B49}" dt="2025-09-03T03:07:45.044" v="45" actId="20577"/>
          <ac:spMkLst>
            <pc:docMk/>
            <pc:sldMk cId="0" sldId="256"/>
            <ac:spMk id="68" creationId="{00000000-0000-0000-0000-000000000000}"/>
          </ac:spMkLst>
        </pc:spChg>
      </pc:sldChg>
      <pc:sldChg chg="addSp delSp modSp mod modClrScheme chgLayout">
        <pc:chgData name="Jafet Baca" userId="e9aa8a7d9ee7777b" providerId="LiveId" clId="{891FC043-2C73-4761-9DD1-747827663B49}" dt="2025-09-05T02:37:00.328" v="1086" actId="20577"/>
        <pc:sldMkLst>
          <pc:docMk/>
          <pc:sldMk cId="0" sldId="258"/>
        </pc:sldMkLst>
        <pc:spChg chg="add del mod ord">
          <ac:chgData name="Jafet Baca" userId="e9aa8a7d9ee7777b" providerId="LiveId" clId="{891FC043-2C73-4761-9DD1-747827663B49}" dt="2025-09-04T02:58:17.416" v="793" actId="26606"/>
          <ac:spMkLst>
            <pc:docMk/>
            <pc:sldMk cId="0" sldId="258"/>
            <ac:spMk id="4" creationId="{AD648B9D-A567-5F10-7A30-6ED0C53A757F}"/>
          </ac:spMkLst>
        </pc:spChg>
        <pc:spChg chg="mod ord">
          <ac:chgData name="Jafet Baca" userId="e9aa8a7d9ee7777b" providerId="LiveId" clId="{891FC043-2C73-4761-9DD1-747827663B49}" dt="2025-09-05T02:36:31.855" v="1045" actId="20577"/>
          <ac:spMkLst>
            <pc:docMk/>
            <pc:sldMk cId="0" sldId="258"/>
            <ac:spMk id="78" creationId="{00000000-0000-0000-0000-000000000000}"/>
          </ac:spMkLst>
        </pc:spChg>
        <pc:spChg chg="mod ord">
          <ac:chgData name="Jafet Baca" userId="e9aa8a7d9ee7777b" providerId="LiveId" clId="{891FC043-2C73-4761-9DD1-747827663B49}" dt="2025-09-05T02:37:00.328" v="1086" actId="20577"/>
          <ac:spMkLst>
            <pc:docMk/>
            <pc:sldMk cId="0" sldId="258"/>
            <ac:spMk id="79" creationId="{00000000-0000-0000-0000-000000000000}"/>
          </ac:spMkLst>
        </pc:spChg>
        <pc:picChg chg="add mod">
          <ac:chgData name="Jafet Baca" userId="e9aa8a7d9ee7777b" providerId="LiveId" clId="{891FC043-2C73-4761-9DD1-747827663B49}" dt="2025-09-05T02:30:38.863" v="1000" actId="1076"/>
          <ac:picMkLst>
            <pc:docMk/>
            <pc:sldMk cId="0" sldId="258"/>
            <ac:picMk id="3" creationId="{B4C31A2C-8DB2-CC7B-64E6-AB1847AF310D}"/>
          </ac:picMkLst>
        </pc:picChg>
      </pc:sldChg>
      <pc:sldChg chg="del">
        <pc:chgData name="Jafet Baca" userId="e9aa8a7d9ee7777b" providerId="LiveId" clId="{891FC043-2C73-4761-9DD1-747827663B49}" dt="2025-09-04T02:39:47.108" v="589" actId="47"/>
        <pc:sldMkLst>
          <pc:docMk/>
          <pc:sldMk cId="0" sldId="261"/>
        </pc:sldMkLst>
      </pc:sldChg>
      <pc:sldChg chg="del ord">
        <pc:chgData name="Jafet Baca" userId="e9aa8a7d9ee7777b" providerId="LiveId" clId="{891FC043-2C73-4761-9DD1-747827663B49}" dt="2025-09-05T03:10:32.286" v="1590" actId="47"/>
        <pc:sldMkLst>
          <pc:docMk/>
          <pc:sldMk cId="0" sldId="264"/>
        </pc:sldMkLst>
      </pc:sldChg>
      <pc:sldChg chg="del">
        <pc:chgData name="Jafet Baca" userId="e9aa8a7d9ee7777b" providerId="LiveId" clId="{891FC043-2C73-4761-9DD1-747827663B49}" dt="2025-09-04T02:45:42.436" v="668" actId="47"/>
        <pc:sldMkLst>
          <pc:docMk/>
          <pc:sldMk cId="2448736150" sldId="266"/>
        </pc:sldMkLst>
      </pc:sldChg>
      <pc:sldChg chg="addSp delSp modSp mod">
        <pc:chgData name="Jafet Baca" userId="e9aa8a7d9ee7777b" providerId="LiveId" clId="{891FC043-2C73-4761-9DD1-747827663B49}" dt="2025-09-05T02:39:05.301" v="1166" actId="1076"/>
        <pc:sldMkLst>
          <pc:docMk/>
          <pc:sldMk cId="146951357" sldId="267"/>
        </pc:sldMkLst>
        <pc:spChg chg="add mod">
          <ac:chgData name="Jafet Baca" userId="e9aa8a7d9ee7777b" providerId="LiveId" clId="{891FC043-2C73-4761-9DD1-747827663B49}" dt="2025-09-04T03:17:07.971" v="980"/>
          <ac:spMkLst>
            <pc:docMk/>
            <pc:sldMk cId="146951357" sldId="267"/>
            <ac:spMk id="5" creationId="{13828A94-579D-39B9-E360-64C6ADA50754}"/>
          </ac:spMkLst>
        </pc:spChg>
        <pc:spChg chg="mod">
          <ac:chgData name="Jafet Baca" userId="e9aa8a7d9ee7777b" providerId="LiveId" clId="{891FC043-2C73-4761-9DD1-747827663B49}" dt="2025-09-05T02:38:08.859" v="1158" actId="20577"/>
          <ac:spMkLst>
            <pc:docMk/>
            <pc:sldMk cId="146951357" sldId="267"/>
            <ac:spMk id="78" creationId="{EC0AC41B-453D-D9CD-B169-D31E1AEDA6C3}"/>
          </ac:spMkLst>
        </pc:spChg>
        <pc:spChg chg="mod">
          <ac:chgData name="Jafet Baca" userId="e9aa8a7d9ee7777b" providerId="LiveId" clId="{891FC043-2C73-4761-9DD1-747827663B49}" dt="2025-09-04T03:17:50.053" v="998" actId="207"/>
          <ac:spMkLst>
            <pc:docMk/>
            <pc:sldMk cId="146951357" sldId="267"/>
            <ac:spMk id="79" creationId="{7AC259C7-7C69-CD15-506A-04F6FA3D61AA}"/>
          </ac:spMkLst>
        </pc:spChg>
        <pc:picChg chg="add del mod modCrop">
          <ac:chgData name="Jafet Baca" userId="e9aa8a7d9ee7777b" providerId="LiveId" clId="{891FC043-2C73-4761-9DD1-747827663B49}" dt="2025-09-04T03:16:15.516" v="962" actId="21"/>
          <ac:picMkLst>
            <pc:docMk/>
            <pc:sldMk cId="146951357" sldId="267"/>
            <ac:picMk id="3" creationId="{3C9EDA87-1C0B-1A0B-89C9-F9CB1351372C}"/>
          </ac:picMkLst>
        </pc:picChg>
        <pc:picChg chg="add mod modCrop">
          <ac:chgData name="Jafet Baca" userId="e9aa8a7d9ee7777b" providerId="LiveId" clId="{891FC043-2C73-4761-9DD1-747827663B49}" dt="2025-09-05T02:39:05.301" v="1166" actId="1076"/>
          <ac:picMkLst>
            <pc:docMk/>
            <pc:sldMk cId="146951357" sldId="267"/>
            <ac:picMk id="3" creationId="{6668F959-B332-F445-35C2-72753269036C}"/>
          </ac:picMkLst>
        </pc:picChg>
        <pc:picChg chg="add del mod">
          <ac:chgData name="Jafet Baca" userId="e9aa8a7d9ee7777b" providerId="LiveId" clId="{891FC043-2C73-4761-9DD1-747827663B49}" dt="2025-09-05T02:38:22.852" v="1159" actId="478"/>
          <ac:picMkLst>
            <pc:docMk/>
            <pc:sldMk cId="146951357" sldId="267"/>
            <ac:picMk id="4" creationId="{3C9EDA87-1C0B-1A0B-89C9-F9CB1351372C}"/>
          </ac:picMkLst>
        </pc:picChg>
      </pc:sldChg>
      <pc:sldChg chg="addSp modSp mod">
        <pc:chgData name="Jafet Baca" userId="e9aa8a7d9ee7777b" providerId="LiveId" clId="{891FC043-2C73-4761-9DD1-747827663B49}" dt="2025-09-05T02:46:22.895" v="1291" actId="242"/>
        <pc:sldMkLst>
          <pc:docMk/>
          <pc:sldMk cId="3637055690" sldId="268"/>
        </pc:sldMkLst>
        <pc:spChg chg="mod">
          <ac:chgData name="Jafet Baca" userId="e9aa8a7d9ee7777b" providerId="LiveId" clId="{891FC043-2C73-4761-9DD1-747827663B49}" dt="2025-09-05T02:42:58.121" v="1216" actId="20577"/>
          <ac:spMkLst>
            <pc:docMk/>
            <pc:sldMk cId="3637055690" sldId="268"/>
            <ac:spMk id="78" creationId="{6C482B5B-907C-6384-E27D-0EC0F8A54804}"/>
          </ac:spMkLst>
        </pc:spChg>
        <pc:spChg chg="mod">
          <ac:chgData name="Jafet Baca" userId="e9aa8a7d9ee7777b" providerId="LiveId" clId="{891FC043-2C73-4761-9DD1-747827663B49}" dt="2025-09-05T02:46:22.895" v="1291" actId="242"/>
          <ac:spMkLst>
            <pc:docMk/>
            <pc:sldMk cId="3637055690" sldId="268"/>
            <ac:spMk id="79" creationId="{BCE73B76-16AD-67E6-A501-72C3A721F1DD}"/>
          </ac:spMkLst>
        </pc:spChg>
        <pc:picChg chg="add mod">
          <ac:chgData name="Jafet Baca" userId="e9aa8a7d9ee7777b" providerId="LiveId" clId="{891FC043-2C73-4761-9DD1-747827663B49}" dt="2025-09-05T02:46:22.486" v="1290" actId="1076"/>
          <ac:picMkLst>
            <pc:docMk/>
            <pc:sldMk cId="3637055690" sldId="268"/>
            <ac:picMk id="3" creationId="{4959C807-A790-93F9-3459-B6693C88C0C7}"/>
          </ac:picMkLst>
        </pc:picChg>
      </pc:sldChg>
      <pc:sldChg chg="addSp modSp mod">
        <pc:chgData name="Jafet Baca" userId="e9aa8a7d9ee7777b" providerId="LiveId" clId="{891FC043-2C73-4761-9DD1-747827663B49}" dt="2025-09-05T04:03:59.255" v="2857" actId="20577"/>
        <pc:sldMkLst>
          <pc:docMk/>
          <pc:sldMk cId="1016271269" sldId="269"/>
        </pc:sldMkLst>
        <pc:spChg chg="mod">
          <ac:chgData name="Jafet Baca" userId="e9aa8a7d9ee7777b" providerId="LiveId" clId="{891FC043-2C73-4761-9DD1-747827663B49}" dt="2025-09-04T02:40:16.181" v="599" actId="20577"/>
          <ac:spMkLst>
            <pc:docMk/>
            <pc:sldMk cId="1016271269" sldId="269"/>
            <ac:spMk id="2" creationId="{D7DD60EF-6E1E-4BBD-E087-F6BF07ABD533}"/>
          </ac:spMkLst>
        </pc:spChg>
        <pc:spChg chg="mod">
          <ac:chgData name="Jafet Baca" userId="e9aa8a7d9ee7777b" providerId="LiveId" clId="{891FC043-2C73-4761-9DD1-747827663B49}" dt="2025-09-05T04:03:59.255" v="2857" actId="20577"/>
          <ac:spMkLst>
            <pc:docMk/>
            <pc:sldMk cId="1016271269" sldId="269"/>
            <ac:spMk id="3" creationId="{FCF9F30A-E8BD-752C-2909-3E3A8650929C}"/>
          </ac:spMkLst>
        </pc:spChg>
        <pc:picChg chg="add mod">
          <ac:chgData name="Jafet Baca" userId="e9aa8a7d9ee7777b" providerId="LiveId" clId="{891FC043-2C73-4761-9DD1-747827663B49}" dt="2025-09-05T02:50:42.260" v="1345" actId="1076"/>
          <ac:picMkLst>
            <pc:docMk/>
            <pc:sldMk cId="1016271269" sldId="269"/>
            <ac:picMk id="5" creationId="{AFED8B02-C620-A2ED-FDF6-3D4E4832D821}"/>
          </ac:picMkLst>
        </pc:picChg>
      </pc:sldChg>
      <pc:sldChg chg="modSp del mod">
        <pc:chgData name="Jafet Baca" userId="e9aa8a7d9ee7777b" providerId="LiveId" clId="{891FC043-2C73-4761-9DD1-747827663B49}" dt="2025-09-04T02:39:45.190" v="588" actId="47"/>
        <pc:sldMkLst>
          <pc:docMk/>
          <pc:sldMk cId="2205698864" sldId="270"/>
        </pc:sldMkLst>
        <pc:spChg chg="mod">
          <ac:chgData name="Jafet Baca" userId="e9aa8a7d9ee7777b" providerId="LiveId" clId="{891FC043-2C73-4761-9DD1-747827663B49}" dt="2025-09-04T02:39:09.238" v="586" actId="20577"/>
          <ac:spMkLst>
            <pc:docMk/>
            <pc:sldMk cId="2205698864" sldId="270"/>
            <ac:spMk id="2" creationId="{4280DFC1-FF1C-887D-42AF-9058C464A1B9}"/>
          </ac:spMkLst>
        </pc:spChg>
        <pc:spChg chg="mod">
          <ac:chgData name="Jafet Baca" userId="e9aa8a7d9ee7777b" providerId="LiveId" clId="{891FC043-2C73-4761-9DD1-747827663B49}" dt="2025-09-04T02:39:11.589" v="587" actId="20577"/>
          <ac:spMkLst>
            <pc:docMk/>
            <pc:sldMk cId="2205698864" sldId="270"/>
            <ac:spMk id="3" creationId="{BCE2704B-8724-48A5-7866-527899D38A07}"/>
          </ac:spMkLst>
        </pc:spChg>
      </pc:sldChg>
      <pc:sldChg chg="del">
        <pc:chgData name="Jafet Baca" userId="e9aa8a7d9ee7777b" providerId="LiveId" clId="{891FC043-2C73-4761-9DD1-747827663B49}" dt="2025-09-04T02:39:47.646" v="590" actId="47"/>
        <pc:sldMkLst>
          <pc:docMk/>
          <pc:sldMk cId="3153270963" sldId="271"/>
        </pc:sldMkLst>
      </pc:sldChg>
      <pc:sldChg chg="modSp mod">
        <pc:chgData name="Jafet Baca" userId="e9aa8a7d9ee7777b" providerId="LiveId" clId="{891FC043-2C73-4761-9DD1-747827663B49}" dt="2025-09-05T03:45:05.307" v="2193" actId="207"/>
        <pc:sldMkLst>
          <pc:docMk/>
          <pc:sldMk cId="3202981089" sldId="272"/>
        </pc:sldMkLst>
        <pc:spChg chg="mod">
          <ac:chgData name="Jafet Baca" userId="e9aa8a7d9ee7777b" providerId="LiveId" clId="{891FC043-2C73-4761-9DD1-747827663B49}" dt="2025-09-05T03:45:05.307" v="2193" actId="207"/>
          <ac:spMkLst>
            <pc:docMk/>
            <pc:sldMk cId="3202981089" sldId="272"/>
            <ac:spMk id="4" creationId="{37A9F882-4B94-D501-2F2E-20CBA9C3B117}"/>
          </ac:spMkLst>
        </pc:spChg>
      </pc:sldChg>
      <pc:sldChg chg="del">
        <pc:chgData name="Jafet Baca" userId="e9aa8a7d9ee7777b" providerId="LiveId" clId="{891FC043-2C73-4761-9DD1-747827663B49}" dt="2025-09-04T02:39:48.043" v="591" actId="47"/>
        <pc:sldMkLst>
          <pc:docMk/>
          <pc:sldMk cId="1722430344" sldId="273"/>
        </pc:sldMkLst>
      </pc:sldChg>
      <pc:sldChg chg="addSp delSp modSp new mod ord">
        <pc:chgData name="Jafet Baca" userId="e9aa8a7d9ee7777b" providerId="LiveId" clId="{891FC043-2C73-4761-9DD1-747827663B49}" dt="2025-09-05T13:11:51.380" v="2860" actId="1076"/>
        <pc:sldMkLst>
          <pc:docMk/>
          <pc:sldMk cId="2575696424" sldId="274"/>
        </pc:sldMkLst>
        <pc:spChg chg="add mod">
          <ac:chgData name="Jafet Baca" userId="e9aa8a7d9ee7777b" providerId="LiveId" clId="{891FC043-2C73-4761-9DD1-747827663B49}" dt="2025-09-05T13:11:51.380" v="2860" actId="1076"/>
          <ac:spMkLst>
            <pc:docMk/>
            <pc:sldMk cId="2575696424" sldId="274"/>
            <ac:spMk id="2" creationId="{09A621B1-922E-74A8-D0D1-CDF797BFD1EB}"/>
          </ac:spMkLst>
        </pc:spChg>
        <pc:picChg chg="add mod">
          <ac:chgData name="Jafet Baca" userId="e9aa8a7d9ee7777b" providerId="LiveId" clId="{891FC043-2C73-4761-9DD1-747827663B49}" dt="2025-09-03T03:21:34.555" v="66" actId="1076"/>
          <ac:picMkLst>
            <pc:docMk/>
            <pc:sldMk cId="2575696424" sldId="274"/>
            <ac:picMk id="1026" creationId="{012A572C-DA58-D812-8E40-1362896A9BBD}"/>
          </ac:picMkLst>
        </pc:picChg>
      </pc:sldChg>
      <pc:sldChg chg="delSp modSp new mod">
        <pc:chgData name="Jafet Baca" userId="e9aa8a7d9ee7777b" providerId="LiveId" clId="{891FC043-2C73-4761-9DD1-747827663B49}" dt="2025-09-05T03:46:44.185" v="2335" actId="20577"/>
        <pc:sldMkLst>
          <pc:docMk/>
          <pc:sldMk cId="1467760601" sldId="275"/>
        </pc:sldMkLst>
        <pc:spChg chg="mod">
          <ac:chgData name="Jafet Baca" userId="e9aa8a7d9ee7777b" providerId="LiveId" clId="{891FC043-2C73-4761-9DD1-747827663B49}" dt="2025-09-03T03:26:34.012" v="74" actId="20577"/>
          <ac:spMkLst>
            <pc:docMk/>
            <pc:sldMk cId="1467760601" sldId="275"/>
            <ac:spMk id="2" creationId="{0572298A-0E3B-1B4E-5597-CC94CCDA6525}"/>
          </ac:spMkLst>
        </pc:spChg>
        <pc:spChg chg="mod">
          <ac:chgData name="Jafet Baca" userId="e9aa8a7d9ee7777b" providerId="LiveId" clId="{891FC043-2C73-4761-9DD1-747827663B49}" dt="2025-09-05T03:46:44.185" v="2335" actId="20577"/>
          <ac:spMkLst>
            <pc:docMk/>
            <pc:sldMk cId="1467760601" sldId="275"/>
            <ac:spMk id="4" creationId="{717FF9DD-6B19-C7F8-E477-8D03D7012FDA}"/>
          </ac:spMkLst>
        </pc:spChg>
      </pc:sldChg>
      <pc:sldChg chg="delSp new del mod">
        <pc:chgData name="Jafet Baca" userId="e9aa8a7d9ee7777b" providerId="LiveId" clId="{891FC043-2C73-4761-9DD1-747827663B49}" dt="2025-09-04T02:50:38.295" v="734" actId="47"/>
        <pc:sldMkLst>
          <pc:docMk/>
          <pc:sldMk cId="2511661208" sldId="276"/>
        </pc:sldMkLst>
        <pc:spChg chg="del">
          <ac:chgData name="Jafet Baca" userId="e9aa8a7d9ee7777b" providerId="LiveId" clId="{891FC043-2C73-4761-9DD1-747827663B49}" dt="2025-09-04T02:50:30.207" v="732" actId="478"/>
          <ac:spMkLst>
            <pc:docMk/>
            <pc:sldMk cId="2511661208" sldId="276"/>
            <ac:spMk id="2" creationId="{24BDF3E8-066C-8A3D-B8B9-559F77360741}"/>
          </ac:spMkLst>
        </pc:spChg>
        <pc:spChg chg="del">
          <ac:chgData name="Jafet Baca" userId="e9aa8a7d9ee7777b" providerId="LiveId" clId="{891FC043-2C73-4761-9DD1-747827663B49}" dt="2025-09-04T02:50:27.846" v="731" actId="478"/>
          <ac:spMkLst>
            <pc:docMk/>
            <pc:sldMk cId="2511661208" sldId="276"/>
            <ac:spMk id="3" creationId="{945E149A-B020-C530-6F48-A0A040DB0277}"/>
          </ac:spMkLst>
        </pc:spChg>
      </pc:sldChg>
      <pc:sldChg chg="addSp modSp new mod">
        <pc:chgData name="Jafet Baca" userId="e9aa8a7d9ee7777b" providerId="LiveId" clId="{891FC043-2C73-4761-9DD1-747827663B49}" dt="2025-09-05T02:30:01.018" v="999" actId="1076"/>
        <pc:sldMkLst>
          <pc:docMk/>
          <pc:sldMk cId="1779318987" sldId="277"/>
        </pc:sldMkLst>
        <pc:spChg chg="mod">
          <ac:chgData name="Jafet Baca" userId="e9aa8a7d9ee7777b" providerId="LiveId" clId="{891FC043-2C73-4761-9DD1-747827663B49}" dt="2025-09-04T02:51:39.436" v="788" actId="20577"/>
          <ac:spMkLst>
            <pc:docMk/>
            <pc:sldMk cId="1779318987" sldId="277"/>
            <ac:spMk id="2" creationId="{ACFA9342-9161-BE20-B3B6-BD03C3B7153E}"/>
          </ac:spMkLst>
        </pc:spChg>
        <pc:picChg chg="add mod">
          <ac:chgData name="Jafet Baca" userId="e9aa8a7d9ee7777b" providerId="LiveId" clId="{891FC043-2C73-4761-9DD1-747827663B49}" dt="2025-09-05T02:30:01.018" v="999" actId="1076"/>
          <ac:picMkLst>
            <pc:docMk/>
            <pc:sldMk cId="1779318987" sldId="277"/>
            <ac:picMk id="1026" creationId="{B2053D54-34BD-5F53-D7B7-A1BA597429C5}"/>
          </ac:picMkLst>
        </pc:picChg>
      </pc:sldChg>
      <pc:sldChg chg="addSp modSp new mod">
        <pc:chgData name="Jafet Baca" userId="e9aa8a7d9ee7777b" providerId="LiveId" clId="{891FC043-2C73-4761-9DD1-747827663B49}" dt="2025-09-05T04:00:51.382" v="2797" actId="20577"/>
        <pc:sldMkLst>
          <pc:docMk/>
          <pc:sldMk cId="2707309365" sldId="278"/>
        </pc:sldMkLst>
        <pc:spChg chg="mod">
          <ac:chgData name="Jafet Baca" userId="e9aa8a7d9ee7777b" providerId="LiveId" clId="{891FC043-2C73-4761-9DD1-747827663B49}" dt="2025-09-05T02:53:13.494" v="1454" actId="5793"/>
          <ac:spMkLst>
            <pc:docMk/>
            <pc:sldMk cId="2707309365" sldId="278"/>
            <ac:spMk id="2" creationId="{FD3502AC-040B-C0B3-9DBD-446DFA7793AB}"/>
          </ac:spMkLst>
        </pc:spChg>
        <pc:spChg chg="mod">
          <ac:chgData name="Jafet Baca" userId="e9aa8a7d9ee7777b" providerId="LiveId" clId="{891FC043-2C73-4761-9DD1-747827663B49}" dt="2025-09-05T04:00:51.382" v="2797" actId="20577"/>
          <ac:spMkLst>
            <pc:docMk/>
            <pc:sldMk cId="2707309365" sldId="278"/>
            <ac:spMk id="3" creationId="{C8FCA79B-6BA9-9776-F984-EADF079682A6}"/>
          </ac:spMkLst>
        </pc:spChg>
        <pc:spChg chg="add">
          <ac:chgData name="Jafet Baca" userId="e9aa8a7d9ee7777b" providerId="LiveId" clId="{891FC043-2C73-4761-9DD1-747827663B49}" dt="2025-09-05T02:51:36.557" v="1351"/>
          <ac:spMkLst>
            <pc:docMk/>
            <pc:sldMk cId="2707309365" sldId="278"/>
            <ac:spMk id="4" creationId="{FB17C6F1-4B44-32F4-E681-E12878C1E503}"/>
          </ac:spMkLst>
        </pc:spChg>
        <pc:spChg chg="add">
          <ac:chgData name="Jafet Baca" userId="e9aa8a7d9ee7777b" providerId="LiveId" clId="{891FC043-2C73-4761-9DD1-747827663B49}" dt="2025-09-05T02:51:40.115" v="1352"/>
          <ac:spMkLst>
            <pc:docMk/>
            <pc:sldMk cId="2707309365" sldId="278"/>
            <ac:spMk id="5" creationId="{DF55FBA6-0E62-E5BC-C354-4D7C3850B4C8}"/>
          </ac:spMkLst>
        </pc:spChg>
        <pc:picChg chg="add mod">
          <ac:chgData name="Jafet Baca" userId="e9aa8a7d9ee7777b" providerId="LiveId" clId="{891FC043-2C73-4761-9DD1-747827663B49}" dt="2025-09-05T02:53:24.984" v="1458" actId="1076"/>
          <ac:picMkLst>
            <pc:docMk/>
            <pc:sldMk cId="2707309365" sldId="278"/>
            <ac:picMk id="7" creationId="{BDC23D15-DE47-F144-36D3-9C59FB50236C}"/>
          </ac:picMkLst>
        </pc:picChg>
      </pc:sldChg>
      <pc:sldChg chg="addSp delSp modSp new mod">
        <pc:chgData name="Jafet Baca" userId="e9aa8a7d9ee7777b" providerId="LiveId" clId="{891FC043-2C73-4761-9DD1-747827663B49}" dt="2025-09-05T04:03:48.068" v="2856" actId="20577"/>
        <pc:sldMkLst>
          <pc:docMk/>
          <pc:sldMk cId="1903200020" sldId="279"/>
        </pc:sldMkLst>
        <pc:spChg chg="mod">
          <ac:chgData name="Jafet Baca" userId="e9aa8a7d9ee7777b" providerId="LiveId" clId="{891FC043-2C73-4761-9DD1-747827663B49}" dt="2025-09-05T04:03:48.068" v="2856" actId="20577"/>
          <ac:spMkLst>
            <pc:docMk/>
            <pc:sldMk cId="1903200020" sldId="279"/>
            <ac:spMk id="2" creationId="{901CCCCD-E4FD-049F-7D41-52E9222B5780}"/>
          </ac:spMkLst>
        </pc:spChg>
        <pc:spChg chg="mod">
          <ac:chgData name="Jafet Baca" userId="e9aa8a7d9ee7777b" providerId="LiveId" clId="{891FC043-2C73-4761-9DD1-747827663B49}" dt="2025-09-05T04:00:58.503" v="2800" actId="313"/>
          <ac:spMkLst>
            <pc:docMk/>
            <pc:sldMk cId="1903200020" sldId="279"/>
            <ac:spMk id="3" creationId="{F113AD24-81F0-1F67-13E5-984309F171E6}"/>
          </ac:spMkLst>
        </pc:spChg>
        <pc:picChg chg="add del mod">
          <ac:chgData name="Jafet Baca" userId="e9aa8a7d9ee7777b" providerId="LiveId" clId="{891FC043-2C73-4761-9DD1-747827663B49}" dt="2025-09-05T03:00:01.451" v="1494" actId="478"/>
          <ac:picMkLst>
            <pc:docMk/>
            <pc:sldMk cId="1903200020" sldId="279"/>
            <ac:picMk id="5" creationId="{A36C7005-A52D-91DA-BA89-0DF80CF49E77}"/>
          </ac:picMkLst>
        </pc:picChg>
        <pc:picChg chg="add mod">
          <ac:chgData name="Jafet Baca" userId="e9aa8a7d9ee7777b" providerId="LiveId" clId="{891FC043-2C73-4761-9DD1-747827663B49}" dt="2025-09-05T03:00:35.123" v="1500" actId="1076"/>
          <ac:picMkLst>
            <pc:docMk/>
            <pc:sldMk cId="1903200020" sldId="279"/>
            <ac:picMk id="7" creationId="{5B581C7B-6604-53F9-89B7-EF6FCA30F31E}"/>
          </ac:picMkLst>
        </pc:picChg>
      </pc:sldChg>
      <pc:sldChg chg="addSp delSp modSp new mod">
        <pc:chgData name="Jafet Baca" userId="e9aa8a7d9ee7777b" providerId="LiveId" clId="{891FC043-2C73-4761-9DD1-747827663B49}" dt="2025-09-05T04:03:22.329" v="2850" actId="20577"/>
        <pc:sldMkLst>
          <pc:docMk/>
          <pc:sldMk cId="2048493059" sldId="280"/>
        </pc:sldMkLst>
        <pc:spChg chg="mod">
          <ac:chgData name="Jafet Baca" userId="e9aa8a7d9ee7777b" providerId="LiveId" clId="{891FC043-2C73-4761-9DD1-747827663B49}" dt="2025-09-05T04:03:22.329" v="2850" actId="20577"/>
          <ac:spMkLst>
            <pc:docMk/>
            <pc:sldMk cId="2048493059" sldId="280"/>
            <ac:spMk id="2" creationId="{6F64FF04-FAA7-9BFB-52FD-220346D215A9}"/>
          </ac:spMkLst>
        </pc:spChg>
        <pc:spChg chg="mod">
          <ac:chgData name="Jafet Baca" userId="e9aa8a7d9ee7777b" providerId="LiveId" clId="{891FC043-2C73-4761-9DD1-747827663B49}" dt="2025-09-05T04:01:07.093" v="2806" actId="20577"/>
          <ac:spMkLst>
            <pc:docMk/>
            <pc:sldMk cId="2048493059" sldId="280"/>
            <ac:spMk id="3" creationId="{9B5D073A-0D53-3337-FFDF-1E292A81BB80}"/>
          </ac:spMkLst>
        </pc:spChg>
        <pc:picChg chg="add del mod modCrop">
          <ac:chgData name="Jafet Baca" userId="e9aa8a7d9ee7777b" providerId="LiveId" clId="{891FC043-2C73-4761-9DD1-747827663B49}" dt="2025-09-05T03:05:06.014" v="1549" actId="478"/>
          <ac:picMkLst>
            <pc:docMk/>
            <pc:sldMk cId="2048493059" sldId="280"/>
            <ac:picMk id="5" creationId="{2F472EB2-5715-FDD3-0188-083A49DB4A9E}"/>
          </ac:picMkLst>
        </pc:picChg>
        <pc:picChg chg="add mod">
          <ac:chgData name="Jafet Baca" userId="e9aa8a7d9ee7777b" providerId="LiveId" clId="{891FC043-2C73-4761-9DD1-747827663B49}" dt="2025-09-05T03:05:20.703" v="1552" actId="1076"/>
          <ac:picMkLst>
            <pc:docMk/>
            <pc:sldMk cId="2048493059" sldId="280"/>
            <ac:picMk id="7" creationId="{64CED3E9-8C94-7BBF-DA6D-9A765D79C547}"/>
          </ac:picMkLst>
        </pc:picChg>
      </pc:sldChg>
      <pc:sldChg chg="addSp modSp new mod">
        <pc:chgData name="Jafet Baca" userId="e9aa8a7d9ee7777b" providerId="LiveId" clId="{891FC043-2C73-4761-9DD1-747827663B49}" dt="2025-09-05T04:01:46.180" v="2812" actId="20577"/>
        <pc:sldMkLst>
          <pc:docMk/>
          <pc:sldMk cId="2182360206" sldId="281"/>
        </pc:sldMkLst>
        <pc:spChg chg="mod">
          <ac:chgData name="Jafet Baca" userId="e9aa8a7d9ee7777b" providerId="LiveId" clId="{891FC043-2C73-4761-9DD1-747827663B49}" dt="2025-09-05T03:58:34.838" v="2794" actId="20577"/>
          <ac:spMkLst>
            <pc:docMk/>
            <pc:sldMk cId="2182360206" sldId="281"/>
            <ac:spMk id="2" creationId="{14E689A2-B168-56AB-4982-766290EF8F15}"/>
          </ac:spMkLst>
        </pc:spChg>
        <pc:spChg chg="mod">
          <ac:chgData name="Jafet Baca" userId="e9aa8a7d9ee7777b" providerId="LiveId" clId="{891FC043-2C73-4761-9DD1-747827663B49}" dt="2025-09-05T04:01:46.180" v="2812" actId="20577"/>
          <ac:spMkLst>
            <pc:docMk/>
            <pc:sldMk cId="2182360206" sldId="281"/>
            <ac:spMk id="3" creationId="{0475DFA6-A822-FB28-6EAB-DB7D681B73E4}"/>
          </ac:spMkLst>
        </pc:spChg>
        <pc:picChg chg="add mod">
          <ac:chgData name="Jafet Baca" userId="e9aa8a7d9ee7777b" providerId="LiveId" clId="{891FC043-2C73-4761-9DD1-747827663B49}" dt="2025-09-05T03:58:38.481" v="2795" actId="1076"/>
          <ac:picMkLst>
            <pc:docMk/>
            <pc:sldMk cId="2182360206" sldId="281"/>
            <ac:picMk id="5" creationId="{BE4B57E8-0DA8-DEF6-6A52-204832171B17}"/>
          </ac:picMkLst>
        </pc:picChg>
      </pc:sldChg>
      <pc:sldChg chg="modSp new mod">
        <pc:chgData name="Jafet Baca" userId="e9aa8a7d9ee7777b" providerId="LiveId" clId="{891FC043-2C73-4761-9DD1-747827663B49}" dt="2025-09-05T04:03:13.255" v="2848" actId="20577"/>
        <pc:sldMkLst>
          <pc:docMk/>
          <pc:sldMk cId="1285840324" sldId="282"/>
        </pc:sldMkLst>
        <pc:spChg chg="mod">
          <ac:chgData name="Jafet Baca" userId="e9aa8a7d9ee7777b" providerId="LiveId" clId="{891FC043-2C73-4761-9DD1-747827663B49}" dt="2025-09-05T04:03:13.255" v="2848" actId="20577"/>
          <ac:spMkLst>
            <pc:docMk/>
            <pc:sldMk cId="1285840324" sldId="282"/>
            <ac:spMk id="2" creationId="{447580A3-8EDE-3C99-E651-AEF4E5BD0C65}"/>
          </ac:spMkLst>
        </pc:spChg>
        <pc:spChg chg="mod">
          <ac:chgData name="Jafet Baca" userId="e9aa8a7d9ee7777b" providerId="LiveId" clId="{891FC043-2C73-4761-9DD1-747827663B49}" dt="2025-09-05T04:01:52.470" v="2816" actId="20577"/>
          <ac:spMkLst>
            <pc:docMk/>
            <pc:sldMk cId="1285840324" sldId="282"/>
            <ac:spMk id="3" creationId="{C0EED4A1-1DE2-8CAB-0CD7-FA6396C98BAC}"/>
          </ac:spMkLst>
        </pc:spChg>
      </pc:sldChg>
      <pc:sldChg chg="addSp modSp new mod">
        <pc:chgData name="Jafet Baca" userId="e9aa8a7d9ee7777b" providerId="LiveId" clId="{891FC043-2C73-4761-9DD1-747827663B49}" dt="2025-09-05T04:03:05.803" v="2847" actId="20577"/>
        <pc:sldMkLst>
          <pc:docMk/>
          <pc:sldMk cId="29429203" sldId="283"/>
        </pc:sldMkLst>
        <pc:spChg chg="mod">
          <ac:chgData name="Jafet Baca" userId="e9aa8a7d9ee7777b" providerId="LiveId" clId="{891FC043-2C73-4761-9DD1-747827663B49}" dt="2025-09-05T04:03:05.803" v="2847" actId="20577"/>
          <ac:spMkLst>
            <pc:docMk/>
            <pc:sldMk cId="29429203" sldId="283"/>
            <ac:spMk id="2" creationId="{F4BED7AC-76F4-8A96-C105-2F0747CD49CA}"/>
          </ac:spMkLst>
        </pc:spChg>
        <pc:spChg chg="mod">
          <ac:chgData name="Jafet Baca" userId="e9aa8a7d9ee7777b" providerId="LiveId" clId="{891FC043-2C73-4761-9DD1-747827663B49}" dt="2025-09-05T04:02:00.409" v="2822" actId="20577"/>
          <ac:spMkLst>
            <pc:docMk/>
            <pc:sldMk cId="29429203" sldId="283"/>
            <ac:spMk id="3" creationId="{8B5377D3-DB2A-BA76-4DAE-DC4EE5953EAD}"/>
          </ac:spMkLst>
        </pc:spChg>
        <pc:picChg chg="add mod">
          <ac:chgData name="Jafet Baca" userId="e9aa8a7d9ee7777b" providerId="LiveId" clId="{891FC043-2C73-4761-9DD1-747827663B49}" dt="2025-09-05T03:15:22.280" v="1675" actId="1076"/>
          <ac:picMkLst>
            <pc:docMk/>
            <pc:sldMk cId="29429203" sldId="283"/>
            <ac:picMk id="5" creationId="{63679DC9-48CC-CFBD-7A43-102432CED5D4}"/>
          </ac:picMkLst>
        </pc:picChg>
      </pc:sldChg>
      <pc:sldChg chg="addSp delSp modSp new mod modClrScheme chgLayout">
        <pc:chgData name="Jafet Baca" userId="e9aa8a7d9ee7777b" providerId="LiveId" clId="{891FC043-2C73-4761-9DD1-747827663B49}" dt="2025-09-05T04:02:11.533" v="2828" actId="20577"/>
        <pc:sldMkLst>
          <pc:docMk/>
          <pc:sldMk cId="3213340031" sldId="284"/>
        </pc:sldMkLst>
        <pc:spChg chg="del mod ord">
          <ac:chgData name="Jafet Baca" userId="e9aa8a7d9ee7777b" providerId="LiveId" clId="{891FC043-2C73-4761-9DD1-747827663B49}" dt="2025-09-05T03:16:28.700" v="1680" actId="700"/>
          <ac:spMkLst>
            <pc:docMk/>
            <pc:sldMk cId="3213340031" sldId="284"/>
            <ac:spMk id="2" creationId="{27B5D5B9-8575-0394-20A2-A1EC72E49892}"/>
          </ac:spMkLst>
        </pc:spChg>
        <pc:spChg chg="del">
          <ac:chgData name="Jafet Baca" userId="e9aa8a7d9ee7777b" providerId="LiveId" clId="{891FC043-2C73-4761-9DD1-747827663B49}" dt="2025-09-05T03:16:28.700" v="1680" actId="700"/>
          <ac:spMkLst>
            <pc:docMk/>
            <pc:sldMk cId="3213340031" sldId="284"/>
            <ac:spMk id="3" creationId="{98AF100B-7DA2-4EED-BABC-A0F1456F296D}"/>
          </ac:spMkLst>
        </pc:spChg>
        <pc:spChg chg="del mod">
          <ac:chgData name="Jafet Baca" userId="e9aa8a7d9ee7777b" providerId="LiveId" clId="{891FC043-2C73-4761-9DD1-747827663B49}" dt="2025-09-05T03:16:28.700" v="1680" actId="700"/>
          <ac:spMkLst>
            <pc:docMk/>
            <pc:sldMk cId="3213340031" sldId="284"/>
            <ac:spMk id="4" creationId="{1AF554C8-2A7F-3E75-6937-DB093AB22EEF}"/>
          </ac:spMkLst>
        </pc:spChg>
        <pc:spChg chg="add mod ord">
          <ac:chgData name="Jafet Baca" userId="e9aa8a7d9ee7777b" providerId="LiveId" clId="{891FC043-2C73-4761-9DD1-747827663B49}" dt="2025-09-05T04:02:11.533" v="2828" actId="20577"/>
          <ac:spMkLst>
            <pc:docMk/>
            <pc:sldMk cId="3213340031" sldId="284"/>
            <ac:spMk id="7" creationId="{F0EB1AB4-77B3-11FF-6E15-40E32A673104}"/>
          </ac:spMkLst>
        </pc:spChg>
        <pc:picChg chg="add del">
          <ac:chgData name="Jafet Baca" userId="e9aa8a7d9ee7777b" providerId="LiveId" clId="{891FC043-2C73-4761-9DD1-747827663B49}" dt="2025-09-05T03:16:21.354" v="1679" actId="22"/>
          <ac:picMkLst>
            <pc:docMk/>
            <pc:sldMk cId="3213340031" sldId="284"/>
            <ac:picMk id="6" creationId="{A8AC79FA-70C1-2EB4-64CA-97434C97E64B}"/>
          </ac:picMkLst>
        </pc:picChg>
        <pc:picChg chg="add mod">
          <ac:chgData name="Jafet Baca" userId="e9aa8a7d9ee7777b" providerId="LiveId" clId="{891FC043-2C73-4761-9DD1-747827663B49}" dt="2025-09-05T03:16:42.493" v="1683" actId="1076"/>
          <ac:picMkLst>
            <pc:docMk/>
            <pc:sldMk cId="3213340031" sldId="284"/>
            <ac:picMk id="9" creationId="{2CDF38A0-DF75-F886-33DD-BE176C2E4FDE}"/>
          </ac:picMkLst>
        </pc:picChg>
      </pc:sldChg>
      <pc:sldChg chg="addSp modSp new mod">
        <pc:chgData name="Jafet Baca" userId="e9aa8a7d9ee7777b" providerId="LiveId" clId="{891FC043-2C73-4761-9DD1-747827663B49}" dt="2025-09-05T04:03:02.030" v="2846" actId="20577"/>
        <pc:sldMkLst>
          <pc:docMk/>
          <pc:sldMk cId="3132385390" sldId="285"/>
        </pc:sldMkLst>
        <pc:spChg chg="mod">
          <ac:chgData name="Jafet Baca" userId="e9aa8a7d9ee7777b" providerId="LiveId" clId="{891FC043-2C73-4761-9DD1-747827663B49}" dt="2025-09-05T04:03:02.030" v="2846" actId="20577"/>
          <ac:spMkLst>
            <pc:docMk/>
            <pc:sldMk cId="3132385390" sldId="285"/>
            <ac:spMk id="2" creationId="{090FD523-8FE3-89F0-4095-43D5EAD50F7B}"/>
          </ac:spMkLst>
        </pc:spChg>
        <pc:spChg chg="mod">
          <ac:chgData name="Jafet Baca" userId="e9aa8a7d9ee7777b" providerId="LiveId" clId="{891FC043-2C73-4761-9DD1-747827663B49}" dt="2025-09-05T04:02:19.290" v="2832" actId="20577"/>
          <ac:spMkLst>
            <pc:docMk/>
            <pc:sldMk cId="3132385390" sldId="285"/>
            <ac:spMk id="3" creationId="{49F7AF94-E3A7-A33D-3A9E-AC8E4375B0E7}"/>
          </ac:spMkLst>
        </pc:spChg>
        <pc:picChg chg="add mod">
          <ac:chgData name="Jafet Baca" userId="e9aa8a7d9ee7777b" providerId="LiveId" clId="{891FC043-2C73-4761-9DD1-747827663B49}" dt="2025-09-05T03:20:01.945" v="1755" actId="1076"/>
          <ac:picMkLst>
            <pc:docMk/>
            <pc:sldMk cId="3132385390" sldId="285"/>
            <ac:picMk id="5" creationId="{59350328-DC6D-08FF-294A-3633968849A9}"/>
          </ac:picMkLst>
        </pc:picChg>
      </pc:sldChg>
      <pc:sldChg chg="addSp delSp modSp new mod">
        <pc:chgData name="Jafet Baca" userId="e9aa8a7d9ee7777b" providerId="LiveId" clId="{891FC043-2C73-4761-9DD1-747827663B49}" dt="2025-09-05T04:02:28.011" v="2836" actId="20577"/>
        <pc:sldMkLst>
          <pc:docMk/>
          <pc:sldMk cId="53525135" sldId="286"/>
        </pc:sldMkLst>
        <pc:spChg chg="mod">
          <ac:chgData name="Jafet Baca" userId="e9aa8a7d9ee7777b" providerId="LiveId" clId="{891FC043-2C73-4761-9DD1-747827663B49}" dt="2025-09-05T03:36:49.542" v="1798" actId="20577"/>
          <ac:spMkLst>
            <pc:docMk/>
            <pc:sldMk cId="53525135" sldId="286"/>
            <ac:spMk id="2" creationId="{1AA11271-15A8-E396-9169-A82E235ED229}"/>
          </ac:spMkLst>
        </pc:spChg>
        <pc:spChg chg="mod">
          <ac:chgData name="Jafet Baca" userId="e9aa8a7d9ee7777b" providerId="LiveId" clId="{891FC043-2C73-4761-9DD1-747827663B49}" dt="2025-09-05T04:02:28.011" v="2836" actId="20577"/>
          <ac:spMkLst>
            <pc:docMk/>
            <pc:sldMk cId="53525135" sldId="286"/>
            <ac:spMk id="3" creationId="{680C498D-3DD7-C584-345E-C572B28C0F22}"/>
          </ac:spMkLst>
        </pc:spChg>
        <pc:spChg chg="add">
          <ac:chgData name="Jafet Baca" userId="e9aa8a7d9ee7777b" providerId="LiveId" clId="{891FC043-2C73-4761-9DD1-747827663B49}" dt="2025-09-05T03:36:18.739" v="1791"/>
          <ac:spMkLst>
            <pc:docMk/>
            <pc:sldMk cId="53525135" sldId="286"/>
            <ac:spMk id="8" creationId="{7EAF497D-CE7D-B611-E02B-17D17BC7BAAD}"/>
          </ac:spMkLst>
        </pc:spChg>
        <pc:picChg chg="add del mod modCrop">
          <ac:chgData name="Jafet Baca" userId="e9aa8a7d9ee7777b" providerId="LiveId" clId="{891FC043-2C73-4761-9DD1-747827663B49}" dt="2025-09-05T03:33:20.741" v="1775" actId="478"/>
          <ac:picMkLst>
            <pc:docMk/>
            <pc:sldMk cId="53525135" sldId="286"/>
            <ac:picMk id="5" creationId="{93A52912-773A-8201-19BD-64951F87FA74}"/>
          </ac:picMkLst>
        </pc:picChg>
        <pc:picChg chg="add mod">
          <ac:chgData name="Jafet Baca" userId="e9aa8a7d9ee7777b" providerId="LiveId" clId="{891FC043-2C73-4761-9DD1-747827663B49}" dt="2025-09-05T03:36:56.688" v="1799" actId="1076"/>
          <ac:picMkLst>
            <pc:docMk/>
            <pc:sldMk cId="53525135" sldId="286"/>
            <ac:picMk id="7" creationId="{64A5D956-C59D-AF28-600E-DBA3F5C50A3A}"/>
          </ac:picMkLst>
        </pc:picChg>
      </pc:sldChg>
      <pc:sldChg chg="addSp modSp new mod">
        <pc:chgData name="Jafet Baca" userId="e9aa8a7d9ee7777b" providerId="LiveId" clId="{891FC043-2C73-4761-9DD1-747827663B49}" dt="2025-09-05T04:02:32.591" v="2838" actId="20577"/>
        <pc:sldMkLst>
          <pc:docMk/>
          <pc:sldMk cId="101706889" sldId="287"/>
        </pc:sldMkLst>
        <pc:spChg chg="mod">
          <ac:chgData name="Jafet Baca" userId="e9aa8a7d9ee7777b" providerId="LiveId" clId="{891FC043-2C73-4761-9DD1-747827663B49}" dt="2025-09-05T03:37:54.462" v="1839" actId="20577"/>
          <ac:spMkLst>
            <pc:docMk/>
            <pc:sldMk cId="101706889" sldId="287"/>
            <ac:spMk id="2" creationId="{6EDC1F30-934E-D72C-8676-BDC333E40B25}"/>
          </ac:spMkLst>
        </pc:spChg>
        <pc:spChg chg="mod">
          <ac:chgData name="Jafet Baca" userId="e9aa8a7d9ee7777b" providerId="LiveId" clId="{891FC043-2C73-4761-9DD1-747827663B49}" dt="2025-09-05T04:02:32.591" v="2838" actId="20577"/>
          <ac:spMkLst>
            <pc:docMk/>
            <pc:sldMk cId="101706889" sldId="287"/>
            <ac:spMk id="3" creationId="{F72B7F9B-E9EB-AF57-7463-054397222FBC}"/>
          </ac:spMkLst>
        </pc:spChg>
        <pc:picChg chg="add mod">
          <ac:chgData name="Jafet Baca" userId="e9aa8a7d9ee7777b" providerId="LiveId" clId="{891FC043-2C73-4761-9DD1-747827663B49}" dt="2025-09-05T03:38:51.601" v="1842" actId="1076"/>
          <ac:picMkLst>
            <pc:docMk/>
            <pc:sldMk cId="101706889" sldId="287"/>
            <ac:picMk id="5" creationId="{42A435C8-0674-5745-884D-15FCCDEE35CC}"/>
          </ac:picMkLst>
        </pc:picChg>
      </pc:sldChg>
      <pc:sldChg chg="addSp delSp modSp new mod">
        <pc:chgData name="Jafet Baca" userId="e9aa8a7d9ee7777b" providerId="LiveId" clId="{891FC043-2C73-4761-9DD1-747827663B49}" dt="2025-09-05T04:02:49.861" v="2845" actId="20577"/>
        <pc:sldMkLst>
          <pc:docMk/>
          <pc:sldMk cId="3707435978" sldId="288"/>
        </pc:sldMkLst>
        <pc:spChg chg="add del mod">
          <ac:chgData name="Jafet Baca" userId="e9aa8a7d9ee7777b" providerId="LiveId" clId="{891FC043-2C73-4761-9DD1-747827663B49}" dt="2025-09-05T04:02:49.861" v="2845" actId="20577"/>
          <ac:spMkLst>
            <pc:docMk/>
            <pc:sldMk cId="3707435978" sldId="288"/>
            <ac:spMk id="2" creationId="{BD0F855F-63C4-5E5B-F8A7-FDB812AA2D35}"/>
          </ac:spMkLst>
        </pc:spChg>
        <pc:spChg chg="mod">
          <ac:chgData name="Jafet Baca" userId="e9aa8a7d9ee7777b" providerId="LiveId" clId="{891FC043-2C73-4761-9DD1-747827663B49}" dt="2025-09-05T03:42:25.943" v="1848" actId="20577"/>
          <ac:spMkLst>
            <pc:docMk/>
            <pc:sldMk cId="3707435978" sldId="288"/>
            <ac:spMk id="3" creationId="{FD20C7DB-00DE-138A-A741-BDAA2127EE16}"/>
          </ac:spMkLst>
        </pc:spChg>
        <pc:spChg chg="add mod">
          <ac:chgData name="Jafet Baca" userId="e9aa8a7d9ee7777b" providerId="LiveId" clId="{891FC043-2C73-4761-9DD1-747827663B49}" dt="2025-09-05T03:42:36.373" v="1850"/>
          <ac:spMkLst>
            <pc:docMk/>
            <pc:sldMk cId="3707435978" sldId="288"/>
            <ac:spMk id="4" creationId="{983A0C4E-2119-3DD7-1C37-05F271CF8327}"/>
          </ac:spMkLst>
        </pc:spChg>
        <pc:spChg chg="add">
          <ac:chgData name="Jafet Baca" userId="e9aa8a7d9ee7777b" providerId="LiveId" clId="{891FC043-2C73-4761-9DD1-747827663B49}" dt="2025-09-05T03:42:38.488" v="1853"/>
          <ac:spMkLst>
            <pc:docMk/>
            <pc:sldMk cId="3707435978" sldId="288"/>
            <ac:spMk id="5" creationId="{49D21A6B-BC05-8BC4-D2A7-02DDA55A4EED}"/>
          </ac:spMkLst>
        </pc:spChg>
      </pc:sldChg>
      <pc:sldChg chg="modSp new mod">
        <pc:chgData name="Jafet Baca" userId="e9aa8a7d9ee7777b" providerId="LiveId" clId="{891FC043-2C73-4761-9DD1-747827663B49}" dt="2025-09-05T04:03:40.563" v="2855" actId="20577"/>
        <pc:sldMkLst>
          <pc:docMk/>
          <pc:sldMk cId="1966814637" sldId="289"/>
        </pc:sldMkLst>
        <pc:spChg chg="mod">
          <ac:chgData name="Jafet Baca" userId="e9aa8a7d9ee7777b" providerId="LiveId" clId="{891FC043-2C73-4761-9DD1-747827663B49}" dt="2025-09-05T04:03:40.563" v="2855" actId="20577"/>
          <ac:spMkLst>
            <pc:docMk/>
            <pc:sldMk cId="1966814637" sldId="289"/>
            <ac:spMk id="2" creationId="{AC667A56-44DD-5909-1C57-87F81B0D9A20}"/>
          </ac:spMkLst>
        </pc:spChg>
        <pc:spChg chg="mod">
          <ac:chgData name="Jafet Baca" userId="e9aa8a7d9ee7777b" providerId="LiveId" clId="{891FC043-2C73-4761-9DD1-747827663B49}" dt="2025-09-05T03:49:38.960" v="2359" actId="20577"/>
          <ac:spMkLst>
            <pc:docMk/>
            <pc:sldMk cId="1966814637" sldId="289"/>
            <ac:spMk id="3" creationId="{C3ED85A6-0B02-BA02-BC02-9F44F79B543F}"/>
          </ac:spMkLst>
        </pc:spChg>
      </pc:sldChg>
      <pc:sldMasterChg chg="delSldLayout">
        <pc:chgData name="Jafet Baca" userId="e9aa8a7d9ee7777b" providerId="LiveId" clId="{891FC043-2C73-4761-9DD1-747827663B49}" dt="2025-09-05T03:10:32.286" v="1590" actId="47"/>
        <pc:sldMasterMkLst>
          <pc:docMk/>
          <pc:sldMasterMk cId="0" sldId="2147483659"/>
        </pc:sldMasterMkLst>
        <pc:sldLayoutChg chg="del">
          <pc:chgData name="Jafet Baca" userId="e9aa8a7d9ee7777b" providerId="LiveId" clId="{891FC043-2C73-4761-9DD1-747827663B49}" dt="2025-09-05T03:10:32.286" v="1590" actId="47"/>
          <pc:sldLayoutMkLst>
            <pc:docMk/>
            <pc:sldMasterMk cId="0" sldId="2147483659"/>
            <pc:sldLayoutMk cId="0" sldId="214748365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F3FC2F-9EE7-816E-9489-DF7A29ACA2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37675-A6B8-FAB0-0065-4827A6D06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ADCE-ADAE-4909-9112-3AC374E8D4A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B034B-94CF-1D5D-181E-C476B60D0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C08DC-4CF7-C959-28BE-604BEEBD3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C3ED1-5040-4189-A49E-4FBEC4323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48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75CC73E-D39E-2BB8-29F3-7866002F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>
            <a:extLst>
              <a:ext uri="{FF2B5EF4-FFF2-40B4-BE49-F238E27FC236}">
                <a16:creationId xmlns:a16="http://schemas.microsoft.com/office/drawing/2014/main" id="{C45B5614-BC35-BE57-4C80-8A8FB6DF0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9:notes">
            <a:extLst>
              <a:ext uri="{FF2B5EF4-FFF2-40B4-BE49-F238E27FC236}">
                <a16:creationId xmlns:a16="http://schemas.microsoft.com/office/drawing/2014/main" id="{016595C3-5B2F-F80A-275A-82BE821FB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551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353A8AA5-98D4-4CBE-4549-5E9E53035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>
            <a:extLst>
              <a:ext uri="{FF2B5EF4-FFF2-40B4-BE49-F238E27FC236}">
                <a16:creationId xmlns:a16="http://schemas.microsoft.com/office/drawing/2014/main" id="{5A4FEAAF-8BB6-AAE5-CBF6-7BBDF5C544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9:notes">
            <a:extLst>
              <a:ext uri="{FF2B5EF4-FFF2-40B4-BE49-F238E27FC236}">
                <a16:creationId xmlns:a16="http://schemas.microsoft.com/office/drawing/2014/main" id="{3825DFF0-9B51-2993-114C-EB6CC6FCF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4818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276066"/>
            <a:ext cx="9144000" cy="38674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/>
          <p:nvPr/>
        </p:nvSpPr>
        <p:spPr>
          <a:xfrm>
            <a:off x="0" y="127656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615413"/>
            <a:ext cx="8222100" cy="3013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1pPr>
            <a:lvl2pPr marL="914400" lvl="1" indent="-317500">
              <a:spcBef>
                <a:spcPts val="250"/>
              </a:spcBef>
              <a:spcAft>
                <a:spcPts val="25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8392ED-DC59-E275-87FE-0734075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278113"/>
            <a:ext cx="8222100" cy="76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658024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2692021"/>
            <a:ext cx="8222100" cy="1913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5" r:id="rId4"/>
    <p:sldLayoutId id="2147483656" r:id="rId5"/>
    <p:sldLayoutId id="214748365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xkcd.com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/>
              <a:t>DATA SCIENCE FOR ECONOMISTS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ECON 220 LAB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Jafet Baca-Obando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Week 2, Introduction to Python (I) – 09/05/2025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298A-0E3B-1B4E-5597-CC94CCDA6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FF9DD-6B19-C7F8-E477-8D03D7012FD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  <a:p>
            <a:r>
              <a:rPr lang="en-US" dirty="0"/>
              <a:t>Loading data using Pandas, NumPy, and Matplotlib</a:t>
            </a:r>
          </a:p>
          <a:p>
            <a:r>
              <a:rPr lang="en-US" dirty="0"/>
              <a:t>Exploration and descriptive statistics</a:t>
            </a:r>
          </a:p>
          <a:p>
            <a:r>
              <a:rPr lang="en-US" dirty="0"/>
              <a:t>Basic visualization and data handling</a:t>
            </a:r>
          </a:p>
        </p:txBody>
      </p:sp>
    </p:spTree>
    <p:extLst>
      <p:ext uri="{BB962C8B-B14F-4D97-AF65-F5344CB8AC3E}">
        <p14:creationId xmlns:p14="http://schemas.microsoft.com/office/powerpoint/2010/main" val="146776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9342-9161-BE20-B3B6-BD03C3B7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layout of Visual Studio Code</a:t>
            </a:r>
          </a:p>
        </p:txBody>
      </p:sp>
      <p:pic>
        <p:nvPicPr>
          <p:cNvPr id="1026" name="Picture 2" descr="A typical user view in Visual Studio Code">
            <a:extLst>
              <a:ext uri="{FF2B5EF4-FFF2-40B4-BE49-F238E27FC236}">
                <a16:creationId xmlns:a16="http://schemas.microsoft.com/office/drawing/2014/main" id="{B2053D54-34BD-5F53-D7B7-A1BA59742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87" y="988106"/>
            <a:ext cx="6056026" cy="378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318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471900" y="0"/>
            <a:ext cx="8222100" cy="66271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dirty="0"/>
              <a:t>The economist’s Python toolkit</a:t>
            </a:r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4294967295"/>
          </p:nvPr>
        </p:nvSpPr>
        <p:spPr>
          <a:xfrm>
            <a:off x="471900" y="1074834"/>
            <a:ext cx="392055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>
              <a:lnSpc>
                <a:spcPct val="125000"/>
              </a:lnSpc>
              <a:spcBef>
                <a:spcPts val="250"/>
              </a:spcBef>
              <a:spcAft>
                <a:spcPts val="250"/>
              </a:spcAft>
            </a:pPr>
            <a:r>
              <a:rPr lang="en-US" dirty="0"/>
              <a:t>Pandas</a:t>
            </a:r>
          </a:p>
          <a:p>
            <a:pPr lvl="1">
              <a:lnSpc>
                <a:spcPct val="125000"/>
              </a:lnSpc>
              <a:spcBef>
                <a:spcPts val="250"/>
              </a:spcBef>
              <a:spcAft>
                <a:spcPts val="250"/>
              </a:spcAft>
            </a:pPr>
            <a:r>
              <a:rPr lang="en-US" dirty="0"/>
              <a:t>Data manipulation and analysis (loading, cleaning, exporting, etc.)</a:t>
            </a:r>
          </a:p>
          <a:p>
            <a:pPr>
              <a:lnSpc>
                <a:spcPct val="125000"/>
              </a:lnSpc>
              <a:spcBef>
                <a:spcPts val="250"/>
              </a:spcBef>
              <a:spcAft>
                <a:spcPts val="250"/>
              </a:spcAft>
            </a:pPr>
            <a:r>
              <a:rPr lang="en-US" dirty="0"/>
              <a:t>NumPy</a:t>
            </a:r>
          </a:p>
          <a:p>
            <a:pPr lvl="1">
              <a:lnSpc>
                <a:spcPct val="125000"/>
              </a:lnSpc>
              <a:spcBef>
                <a:spcPts val="250"/>
              </a:spcBef>
              <a:spcAft>
                <a:spcPts val="250"/>
              </a:spcAft>
            </a:pPr>
            <a:r>
              <a:rPr lang="en-US" dirty="0"/>
              <a:t>Numerical computation (average, sum, median, etc.)</a:t>
            </a:r>
          </a:p>
          <a:p>
            <a:pPr>
              <a:lnSpc>
                <a:spcPct val="125000"/>
              </a:lnSpc>
              <a:spcBef>
                <a:spcPts val="250"/>
              </a:spcBef>
              <a:spcAft>
                <a:spcPts val="250"/>
              </a:spcAft>
            </a:pPr>
            <a:r>
              <a:rPr lang="en-US" dirty="0"/>
              <a:t>Matplotlib</a:t>
            </a:r>
          </a:p>
          <a:p>
            <a:pPr lvl="1">
              <a:lnSpc>
                <a:spcPct val="125000"/>
              </a:lnSpc>
              <a:spcBef>
                <a:spcPts val="250"/>
              </a:spcBef>
              <a:spcAft>
                <a:spcPts val="250"/>
              </a:spcAft>
            </a:pPr>
            <a:r>
              <a:rPr lang="en-US" dirty="0"/>
              <a:t>Visualization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C31A2C-8DB2-CC7B-64E6-AB1847AF3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55377"/>
            <a:ext cx="3920550" cy="2303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D3F8357-3484-0600-66D5-856C5A5B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7AC259C7-7C69-CD15-506A-04F6FA3D61AA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Python packages don’t come built-in</a:t>
            </a:r>
          </a:p>
          <a:p>
            <a:pPr lvl="1"/>
            <a:r>
              <a:rPr lang="en" dirty="0"/>
              <a:t>We need to install them (just once)</a:t>
            </a:r>
          </a:p>
          <a:p>
            <a:pPr lvl="1"/>
            <a:r>
              <a:rPr lang="en" dirty="0"/>
              <a:t>And then import them into our scripts</a:t>
            </a:r>
          </a:p>
          <a:p>
            <a:pPr marL="596900" lvl="1" indent="0">
              <a:buNone/>
            </a:pPr>
            <a:endParaRPr lang="en" dirty="0"/>
          </a:p>
          <a:p>
            <a:pPr marL="596900" lvl="1" indent="0">
              <a:buNone/>
            </a:pPr>
            <a:endParaRPr lang="en" dirty="0"/>
          </a:p>
          <a:p>
            <a:pPr marL="596900" lvl="1" indent="0">
              <a:buNone/>
            </a:pPr>
            <a:endParaRPr lang="en" dirty="0"/>
          </a:p>
          <a:p>
            <a:r>
              <a:rPr lang="en" dirty="0"/>
              <a:t>Notes</a:t>
            </a:r>
          </a:p>
          <a:p>
            <a:pPr lvl="1"/>
            <a:r>
              <a:rPr lang="en" dirty="0"/>
              <a:t>Download </a:t>
            </a:r>
            <a:r>
              <a:rPr lang="en" b="1" dirty="0">
                <a:solidFill>
                  <a:srgbClr val="FFC000"/>
                </a:solidFill>
              </a:rPr>
              <a:t>Jupyter Notebook </a:t>
            </a:r>
            <a:r>
              <a:rPr lang="en" dirty="0"/>
              <a:t>in the VS code extensions</a:t>
            </a:r>
          </a:p>
          <a:p>
            <a:pPr lvl="1"/>
            <a:r>
              <a:rPr lang="en" dirty="0"/>
              <a:t>VS Code might require you to install Ipykernel. Allow it to do so	</a:t>
            </a: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C0AC41B-453D-D9CD-B169-D31E1AEDA6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Installation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68F959-B332-F445-35C2-7275326903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42" b="3734"/>
          <a:stretch>
            <a:fillRect/>
          </a:stretch>
        </p:blipFill>
        <p:spPr>
          <a:xfrm>
            <a:off x="1382550" y="2791128"/>
            <a:ext cx="6400800" cy="75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0B447269-8E42-3EF2-F877-FEB5AFA7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BCE73B76-16AD-67E6-A501-72C3A721F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Import the necessary libraries</a:t>
            </a:r>
          </a:p>
          <a:p>
            <a:endParaRPr lang="en" dirty="0"/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6C482B5B-907C-6384-E27D-0EC0F8A5480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Loading the packages into the workspace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59C807-A790-93F9-3459-B6693C88C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550" y="2162688"/>
            <a:ext cx="6400800" cy="81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055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9F30A-E8BD-752C-2909-3E3A86509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Pandas to load a CSV file directly from a URL. </a:t>
            </a:r>
          </a:p>
          <a:p>
            <a:r>
              <a:rPr lang="en-US" dirty="0"/>
              <a:t>The data is loaded into a </a:t>
            </a:r>
            <a:r>
              <a:rPr lang="en-US" b="1" dirty="0"/>
              <a:t>DataFrame</a:t>
            </a:r>
            <a:r>
              <a:rPr lang="en-US" dirty="0"/>
              <a:t>, the central data structure in Pandas.</a:t>
            </a:r>
          </a:p>
          <a:p>
            <a:r>
              <a:rPr lang="en-US" dirty="0"/>
              <a:t>Like an Excel spreadsheet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D60EF-6E1E-4BBD-E087-F6BF07AB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a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D8B02-C620-A2ED-FDF6-3D4E4832D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550" y="2956916"/>
            <a:ext cx="6400800" cy="127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71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3502AC-040B-C0B3-9DBD-446DFA779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you get a quick overview of the data without printing the entire DataFrame?</a:t>
            </a:r>
          </a:p>
          <a:p>
            <a:pPr lvl="1"/>
            <a:r>
              <a:rPr lang="en-US" b="1" dirty="0" err="1"/>
              <a:t>data.head</a:t>
            </a:r>
            <a:r>
              <a:rPr lang="en-US" b="1" dirty="0"/>
              <a:t>(n): </a:t>
            </a:r>
            <a:r>
              <a:rPr lang="en-US" dirty="0"/>
              <a:t>Shows the </a:t>
            </a:r>
            <a:r>
              <a:rPr lang="en-US" b="1" dirty="0"/>
              <a:t>n</a:t>
            </a:r>
            <a:r>
              <a:rPr lang="en-US" dirty="0"/>
              <a:t> first rows</a:t>
            </a:r>
          </a:p>
          <a:p>
            <a:pPr lvl="1"/>
            <a:r>
              <a:rPr lang="en-US" b="1" dirty="0" err="1"/>
              <a:t>data.tail</a:t>
            </a:r>
            <a:r>
              <a:rPr lang="en-US" b="1" dirty="0"/>
              <a:t>(n): </a:t>
            </a:r>
            <a:r>
              <a:rPr lang="en-US" dirty="0"/>
              <a:t>Shows the last </a:t>
            </a:r>
            <a:r>
              <a:rPr lang="en-US" b="1" dirty="0"/>
              <a:t>n</a:t>
            </a:r>
            <a:r>
              <a:rPr lang="en-US" dirty="0"/>
              <a:t> rows</a:t>
            </a:r>
          </a:p>
          <a:p>
            <a:pPr marL="59690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FCA79B-6BA9-9776-F984-EADF07968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look: .head() and .tail()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C23D15-DE47-F144-36D3-9C59FB502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550" y="3247102"/>
            <a:ext cx="6400800" cy="49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09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1CCCCD-E4FD-049F-7D41-52E9222B5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analysis, understand the dataset's dimensions and data types</a:t>
            </a:r>
          </a:p>
          <a:p>
            <a:pPr lvl="1"/>
            <a:r>
              <a:rPr lang="en-US" b="1" dirty="0"/>
              <a:t>.shape</a:t>
            </a:r>
            <a:r>
              <a:rPr lang="en-US" dirty="0"/>
              <a:t>: Returns a tuple representing the dimensions (rows, columns).</a:t>
            </a:r>
          </a:p>
          <a:p>
            <a:pPr lvl="1"/>
            <a:r>
              <a:rPr lang="en-US" b="1" dirty="0"/>
              <a:t>.columns</a:t>
            </a:r>
            <a:r>
              <a:rPr lang="en-US" dirty="0"/>
              <a:t>: Returns the list of column names.</a:t>
            </a:r>
          </a:p>
          <a:p>
            <a:pPr lvl="1"/>
            <a:r>
              <a:rPr lang="en-US" b="1" dirty="0"/>
              <a:t>.dtypes</a:t>
            </a:r>
            <a:r>
              <a:rPr lang="en-US" dirty="0"/>
              <a:t>: Returns the data type of each column (object usually means string, float64 is a float, int64 is an integer).</a:t>
            </a:r>
          </a:p>
          <a:p>
            <a:pPr marL="59690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13AD24-81F0-1F67-13E5-984309F1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the </a:t>
            </a:r>
            <a:r>
              <a:rPr lang="en-US" dirty="0" err="1"/>
              <a:t>DataFrame’s</a:t>
            </a:r>
            <a:r>
              <a:rPr lang="en-US" dirty="0"/>
              <a:t> structure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581C7B-6604-53F9-89B7-EF6FCA30F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313854"/>
            <a:ext cx="5943600" cy="159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00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667A56-44DD-5909-1C57-87F81B0D9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Categorical</a:t>
            </a:r>
          </a:p>
          <a:p>
            <a:pPr lvl="1"/>
            <a:r>
              <a:rPr lang="en-US" dirty="0"/>
              <a:t>Places data into distinct groups or labels.</a:t>
            </a:r>
          </a:p>
          <a:p>
            <a:pPr lvl="1"/>
            <a:r>
              <a:rPr lang="en-US" b="1" dirty="0"/>
              <a:t>Nominal</a:t>
            </a:r>
            <a:r>
              <a:rPr lang="en-US" dirty="0"/>
              <a:t>: Categories with no natural order (for example, </a:t>
            </a:r>
            <a:r>
              <a:rPr lang="en-US" dirty="0" err="1"/>
              <a:t>homeworld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Ordinal:</a:t>
            </a:r>
            <a:r>
              <a:rPr lang="en-US" dirty="0"/>
              <a:t> Categories with a meaningful order (for example, income groups: low, medium, high)</a:t>
            </a:r>
          </a:p>
          <a:p>
            <a:r>
              <a:rPr lang="en-US" b="1" dirty="0"/>
              <a:t>Interval</a:t>
            </a:r>
            <a:r>
              <a:rPr lang="en-US" dirty="0"/>
              <a:t>: Variable with fixed increments (temperature, grades)</a:t>
            </a:r>
          </a:p>
          <a:p>
            <a:r>
              <a:rPr lang="en-US" b="1" dirty="0"/>
              <a:t>Ratio/continuous</a:t>
            </a:r>
            <a:r>
              <a:rPr lang="en-US" dirty="0"/>
              <a:t>: Changing increments (height, weight)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ED85A6-0B02-BA02-BC02-9F44F79B5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Scales of measurement</a:t>
            </a:r>
          </a:p>
        </p:txBody>
      </p:sp>
    </p:spTree>
    <p:extLst>
      <p:ext uri="{BB962C8B-B14F-4D97-AF65-F5344CB8AC3E}">
        <p14:creationId xmlns:p14="http://schemas.microsoft.com/office/powerpoint/2010/main" val="1966814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64FF04-FAA7-9BFB-52FD-220346D21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continuous (or ratio) variables like height, we can easily calculate summary statistics.</a:t>
            </a:r>
          </a:p>
          <a:p>
            <a:pPr lvl="1"/>
            <a:r>
              <a:rPr lang="en-US" b="1" dirty="0"/>
              <a:t>.mean()</a:t>
            </a:r>
            <a:r>
              <a:rPr lang="en-US" dirty="0"/>
              <a:t>: Calculates the average.</a:t>
            </a:r>
          </a:p>
          <a:p>
            <a:pPr lvl="1"/>
            <a:r>
              <a:rPr lang="en-US" b="1" dirty="0"/>
              <a:t>.describe()</a:t>
            </a:r>
            <a:r>
              <a:rPr lang="en-US" dirty="0"/>
              <a:t>: Provides a full summary (count, mean, standard deviation, min, max).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5D073A-0D53-3337-FFDF-1E292A81B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statistics: numerical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CED3E9-8C94-7BBF-DA6D-9A765D79C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104212"/>
            <a:ext cx="5943600" cy="176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493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E689A2-B168-56AB-4982-766290EF8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often interested in the frequency of each category.</a:t>
            </a:r>
          </a:p>
          <a:p>
            <a:r>
              <a:rPr lang="en-US" b="1" dirty="0"/>
              <a:t>.</a:t>
            </a:r>
            <a:r>
              <a:rPr lang="en-US" b="1" dirty="0" err="1"/>
              <a:t>value_counts</a:t>
            </a:r>
            <a:r>
              <a:rPr lang="en-US" b="1" dirty="0"/>
              <a:t>()</a:t>
            </a:r>
            <a:r>
              <a:rPr lang="en-US" dirty="0"/>
              <a:t>: Returns a series containing counts of unique values.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75DFA6-A822-FB28-6EAB-DB7D681B7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categorical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B57E8-0DA8-DEF6-6A52-204832171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681373"/>
            <a:ext cx="6400800" cy="166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60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7580A3-8EDE-3C99-E651-AEF4E5BD0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picture is worth a thousand words.</a:t>
            </a:r>
          </a:p>
          <a:p>
            <a:r>
              <a:rPr lang="en-US" dirty="0"/>
              <a:t>Tables of numbers are useful, but visualizations are essential for:</a:t>
            </a:r>
          </a:p>
          <a:p>
            <a:pPr lvl="1"/>
            <a:r>
              <a:rPr lang="en-US" dirty="0"/>
              <a:t>Quickly identifying patterns, trends, and outliers (extreme values)</a:t>
            </a:r>
          </a:p>
          <a:p>
            <a:pPr lvl="1"/>
            <a:r>
              <a:rPr lang="en-US" dirty="0"/>
              <a:t>Communicating findings effectively</a:t>
            </a:r>
          </a:p>
          <a:p>
            <a:r>
              <a:rPr lang="en-US" dirty="0"/>
              <a:t>We will use </a:t>
            </a:r>
            <a:r>
              <a:rPr lang="en-US" b="1" dirty="0"/>
              <a:t>matplotlib</a:t>
            </a:r>
            <a:r>
              <a:rPr lang="en-US" dirty="0"/>
              <a:t> to create our first plots.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EED4A1-1DE2-8CAB-0CD7-FA6396C9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285840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BED7AC-76F4-8A96-C105-2F0747CD4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bar chart is excellent for visualizing the frequency counts of categorical data.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5377D3-DB2A-BA76-4DAE-DC4EE5953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frequencies: bar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79DC9-48CC-CFBD-7A43-102432CE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71750"/>
            <a:ext cx="6400800" cy="139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0EB1AB4-77B3-11FF-6E15-40E32A67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frequencies: bar chart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DF38A0-DF75-F886-33DD-BE176C2E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350" y="808863"/>
            <a:ext cx="5486400" cy="414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40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0FD523-8FE3-89F0-4095-43D5EAD50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may want to analyze a subset of your data.</a:t>
            </a:r>
          </a:p>
          <a:p>
            <a:r>
              <a:rPr lang="en-US" dirty="0"/>
              <a:t>Filter a DataFrame by passing a condition inside square brackets [ ].</a:t>
            </a:r>
          </a:p>
          <a:p>
            <a:pPr lvl="1"/>
            <a:r>
              <a:rPr lang="en-US" dirty="0"/>
              <a:t>Let's filter for eye colors that appear for more than 3 characters.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F7AF94-E3A7-A33D-3A9E-AC8E4375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data: filtering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50328-DC6D-08FF-294A-363396884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550" y="2889697"/>
            <a:ext cx="6400800" cy="201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385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A11271-15A8-E396-9169-A82E235ED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Indexing + column selection to create more complex subsets.</a:t>
            </a:r>
          </a:p>
          <a:p>
            <a:r>
              <a:rPr lang="en-US" b="1" dirty="0"/>
              <a:t>Goal:</a:t>
            </a:r>
            <a:r>
              <a:rPr lang="en-US" dirty="0"/>
              <a:t> Find the </a:t>
            </a:r>
            <a:r>
              <a:rPr lang="en-US" dirty="0" err="1"/>
              <a:t>homeworld</a:t>
            </a:r>
            <a:r>
              <a:rPr lang="en-US" dirty="0"/>
              <a:t> of all 'Human' </a:t>
            </a:r>
            <a:r>
              <a:rPr lang="en-US" b="1" dirty="0"/>
              <a:t>or</a:t>
            </a:r>
            <a:r>
              <a:rPr lang="en-US" dirty="0"/>
              <a:t> 'Droid' characters.</a:t>
            </a:r>
          </a:p>
          <a:p>
            <a:pPr lvl="1"/>
            <a:r>
              <a:rPr lang="en-US" dirty="0"/>
              <a:t>| is the "OR" operator,  &amp; is the "AND" operator.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0C498D-3DD7-C584-345E-C572B28C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Subsetting</a:t>
            </a:r>
            <a:r>
              <a:rPr lang="en-US" dirty="0"/>
              <a:t> rows and columns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A5D956-C59D-AF28-600E-DBA3F5C50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836420"/>
            <a:ext cx="6400800" cy="196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5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DC1F30-934E-D72C-8676-BDC333E40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Sorting your data makes it easier to inspect.</a:t>
            </a:r>
          </a:p>
          <a:p>
            <a:r>
              <a:rPr lang="en-US" b="1" dirty="0"/>
              <a:t>.</a:t>
            </a:r>
            <a:r>
              <a:rPr lang="en-US" b="1" dirty="0" err="1"/>
              <a:t>sort_values</a:t>
            </a:r>
            <a:r>
              <a:rPr lang="en-US" b="1" dirty="0"/>
              <a:t>(by='</a:t>
            </a:r>
            <a:r>
              <a:rPr lang="en-US" b="1" dirty="0" err="1"/>
              <a:t>column_name</a:t>
            </a:r>
            <a:r>
              <a:rPr lang="en-US" b="1" dirty="0"/>
              <a:t>')</a:t>
            </a:r>
            <a:r>
              <a:rPr lang="en-US" dirty="0"/>
              <a:t>: Sorts the DataFrame by the specified column.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2B7F9B-E9EB-AF57-7463-054397222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435C8-0674-5745-884D-15FCCDEE3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820142"/>
            <a:ext cx="6400800" cy="189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6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0F855F-63C4-5E5B-F8A7-FDB812AA2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loaded essential libraries (pandas, matplotlib).</a:t>
            </a:r>
          </a:p>
          <a:p>
            <a:r>
              <a:rPr lang="en-US" dirty="0"/>
              <a:t>Imported data into a DataFrame.</a:t>
            </a:r>
          </a:p>
          <a:p>
            <a:r>
              <a:rPr lang="en-US" dirty="0"/>
              <a:t>Explored its structure and computed summary statistics.</a:t>
            </a:r>
          </a:p>
          <a:p>
            <a:r>
              <a:rPr lang="en-US" dirty="0"/>
              <a:t>Created basic visualizations.</a:t>
            </a:r>
          </a:p>
          <a:p>
            <a:r>
              <a:rPr lang="en-US" dirty="0"/>
              <a:t>Subset and sorted the data based on conditions.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20C7DB-00DE-138A-A741-BDAA2127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707435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EBC7-97D4-C66E-30A6-148C3040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/>
          <a:lstStyle/>
          <a:p>
            <a:r>
              <a:rPr lang="en-US" dirty="0"/>
              <a:t>To-do 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F882-4B94-D501-2F2E-20CBA9C3B1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</p:spPr>
        <p:txBody>
          <a:bodyPr/>
          <a:lstStyle/>
          <a:p>
            <a:r>
              <a:rPr lang="en-US" dirty="0"/>
              <a:t>DataCamp</a:t>
            </a: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Complete “Introduction to Python” course</a:t>
            </a:r>
          </a:p>
          <a:p>
            <a:pPr lvl="1"/>
            <a:r>
              <a:rPr lang="en-US" b="1" dirty="0">
                <a:solidFill>
                  <a:srgbClr val="FFC000"/>
                </a:solidFill>
              </a:rPr>
              <a:t>Upload certificate on Canvas: 09/06/2025</a:t>
            </a:r>
          </a:p>
          <a:p>
            <a:pPr lvl="1"/>
            <a:r>
              <a:rPr lang="en-US" dirty="0"/>
              <a:t>Complete “Intermediate Python” course</a:t>
            </a:r>
          </a:p>
          <a:p>
            <a:pPr lvl="1"/>
            <a:r>
              <a:rPr lang="en-US" dirty="0"/>
              <a:t>Upload certificate on Canvas: 09/13/2025</a:t>
            </a:r>
          </a:p>
        </p:txBody>
      </p:sp>
    </p:spTree>
    <p:extLst>
      <p:ext uri="{BB962C8B-B14F-4D97-AF65-F5344CB8AC3E}">
        <p14:creationId xmlns:p14="http://schemas.microsoft.com/office/powerpoint/2010/main" val="3202981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xkcd-python">
            <a:extLst>
              <a:ext uri="{FF2B5EF4-FFF2-40B4-BE49-F238E27FC236}">
                <a16:creationId xmlns:a16="http://schemas.microsoft.com/office/drawing/2014/main" id="{012A572C-DA58-D812-8E40-1362896A9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344" y="285750"/>
            <a:ext cx="4027311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A621B1-922E-74A8-D0D1-CDF797BFD1EB}"/>
              </a:ext>
            </a:extLst>
          </p:cNvPr>
          <p:cNvSpPr txBox="1"/>
          <p:nvPr/>
        </p:nvSpPr>
        <p:spPr>
          <a:xfrm>
            <a:off x="97436" y="4829165"/>
            <a:ext cx="1896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Python</a:t>
            </a:r>
            <a:r>
              <a:rPr lang="en-US" dirty="0"/>
              <a:t>, from </a:t>
            </a:r>
            <a:r>
              <a:rPr lang="en-US" dirty="0" err="1">
                <a:hlinkClick r:id="rId3"/>
              </a:rPr>
              <a:t>xkcd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5696424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Custom 3">
      <a:dk1>
        <a:srgbClr val="01598D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679</Words>
  <Application>Microsoft Office PowerPoint</Application>
  <PresentationFormat>On-screen Show (16:9)</PresentationFormat>
  <Paragraphs>89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Roboto</vt:lpstr>
      <vt:lpstr>Arial</vt:lpstr>
      <vt:lpstr>Material</vt:lpstr>
      <vt:lpstr>DATA SCIENCE FOR ECONOMISTS</vt:lpstr>
      <vt:lpstr>Outline</vt:lpstr>
      <vt:lpstr>Typical layout of Visual Studio Code</vt:lpstr>
      <vt:lpstr>The economist’s Python toolkit</vt:lpstr>
      <vt:lpstr>Installation</vt:lpstr>
      <vt:lpstr>Loading the packages into the workspace</vt:lpstr>
      <vt:lpstr>Loading a dataset</vt:lpstr>
      <vt:lpstr>First look: .head() and .tail()</vt:lpstr>
      <vt:lpstr>Exploring the DataFrame’s structure</vt:lpstr>
      <vt:lpstr>Scales of measurement</vt:lpstr>
      <vt:lpstr>Descriptive statistics: numerical data</vt:lpstr>
      <vt:lpstr>Analyzing categorical data</vt:lpstr>
      <vt:lpstr>Basics of data visualization</vt:lpstr>
      <vt:lpstr>Visualizing frequencies: bar chart</vt:lpstr>
      <vt:lpstr>Visualizing frequencies: bar chart</vt:lpstr>
      <vt:lpstr>Handling data: filtering</vt:lpstr>
      <vt:lpstr>Subsetting rows and columns</vt:lpstr>
      <vt:lpstr>Sorting data</vt:lpstr>
      <vt:lpstr>Recap</vt:lpstr>
      <vt:lpstr>To-do list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Baca Obando, Jafet</cp:lastModifiedBy>
  <cp:revision>5</cp:revision>
  <dcterms:modified xsi:type="dcterms:W3CDTF">2025-09-05T13:11:55Z</dcterms:modified>
</cp:coreProperties>
</file>