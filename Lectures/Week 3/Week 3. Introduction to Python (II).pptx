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67" r:id="rId4"/>
    <p:sldId id="290" r:id="rId5"/>
    <p:sldId id="269" r:id="rId6"/>
    <p:sldId id="291" r:id="rId7"/>
    <p:sldId id="285" r:id="rId8"/>
    <p:sldId id="286" r:id="rId9"/>
    <p:sldId id="293" r:id="rId10"/>
    <p:sldId id="287" r:id="rId11"/>
    <p:sldId id="294" r:id="rId12"/>
    <p:sldId id="288" r:id="rId13"/>
    <p:sldId id="272" r:id="rId14"/>
    <p:sldId id="295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4E14E-8D0E-4DFE-A5A8-D0BA66227F79}" v="16" dt="2025-09-12T16:21:50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  <pc:spChg chg="mod">
          <ac:chgData name="Jafet Baca" userId="e9aa8a7d9ee7777b" providerId="LiveId" clId="{311F5A97-4221-4547-8FCC-FE69D99686D5}" dt="2025-08-27T13:40:58.369" v="1236" actId="20577"/>
          <ac:spMkLst>
            <pc:docMk/>
            <pc:sldMk cId="0" sldId="256"/>
            <ac:spMk id="6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311F5A97-4221-4547-8FCC-FE69D99686D5}" dt="2025-08-28T02:20:39.519" v="1854" actId="20577"/>
          <ac:spMkLst>
            <pc:docMk/>
            <pc:sldMk cId="146951357" sldId="267"/>
            <ac:spMk id="79" creationId="{7AC259C7-7C69-CD15-506A-04F6FA3D61AA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2" creationId="{D7DD60EF-6E1E-4BBD-E087-F6BF07ABD533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3" creationId="{FCF9F30A-E8BD-752C-2909-3E3A8650929C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2" creationId="{BE16EBC7-97D4-C66E-30A6-148C30402DD5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4" creationId="{37A9F882-4B94-D501-2F2E-20CBA9C3B117}"/>
          </ac:spMkLst>
        </pc:spChg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  <pc:spChg chg="add mod">
            <ac:chgData name="Jafet Baca" userId="e9aa8a7d9ee7777b" providerId="LiveId" clId="{311F5A97-4221-4547-8FCC-FE69D99686D5}" dt="2025-08-28T01:50:17.244" v="1417" actId="1076"/>
            <ac:spMkLst>
              <pc:docMk/>
              <pc:sldMasterMk cId="0" sldId="2147483659"/>
              <pc:sldLayoutMk cId="0" sldId="2147483650"/>
              <ac:spMk id="3" creationId="{8E8392ED-DC59-E275-87FE-07340756A4D8}"/>
            </ac:spMkLst>
          </pc:spChg>
          <pc:spChg chg="mod">
            <ac:chgData name="Jafet Baca" userId="e9aa8a7d9ee7777b" providerId="LiveId" clId="{311F5A97-4221-4547-8FCC-FE69D99686D5}" dt="2025-08-28T01:53:05.580" v="1421" actId="1410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27.465" v="1496" actId="1035"/>
            <ac:spMkLst>
              <pc:docMk/>
              <pc:sldMasterMk cId="0" sldId="2147483659"/>
              <pc:sldLayoutMk cId="0" sldId="2147483650"/>
              <ac:spMk id="20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40.895" v="1497" actId="14100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  <pc:spChg chg="mod">
            <ac:chgData name="Jafet Baca" userId="e9aa8a7d9ee7777b" providerId="LiveId" clId="{311F5A97-4221-4547-8FCC-FE69D99686D5}" dt="2025-08-28T01:55:25.174" v="1507" actId="1076"/>
            <ac:spMkLst>
              <pc:docMk/>
              <pc:sldMasterMk cId="0" sldId="2147483659"/>
              <pc:sldLayoutMk cId="0" sldId="2147483657"/>
              <ac:spMk id="58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5:31.592" v="1508" actId="14100"/>
            <ac:spMkLst>
              <pc:docMk/>
              <pc:sldMasterMk cId="0" sldId="2147483659"/>
              <pc:sldLayoutMk cId="0" sldId="2147483657"/>
              <ac:spMk id="59" creationId="{00000000-0000-0000-0000-000000000000}"/>
            </ac:spMkLst>
          </pc:spChg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09-12T16:22:05.027" v="4566" actId="962"/>
      <pc:docMkLst>
        <pc:docMk/>
      </pc:docMkLst>
      <pc:sldChg chg="modSp mod">
        <pc:chgData name="Jafet Baca" userId="e9aa8a7d9ee7777b" providerId="LiveId" clId="{891FC043-2C73-4761-9DD1-747827663B49}" dt="2025-09-12T03:39:27.403" v="4278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09-12T03:39:27.403" v="4278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09-12T03:55:34.602" v="4511" actId="20577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09-12T02:48:44.188" v="2901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09-12T03:55:34.602" v="4511" actId="20577"/>
          <ac:spMkLst>
            <pc:docMk/>
            <pc:sldMk cId="146951357" sldId="267"/>
            <ac:spMk id="79" creationId="{7AC259C7-7C69-CD15-506A-04F6FA3D61AA}"/>
          </ac:spMkLst>
        </pc:spChg>
        <pc:picChg chg="add del mod modCrop">
          <ac:chgData name="Jafet Baca" userId="e9aa8a7d9ee7777b" providerId="LiveId" clId="{891FC043-2C73-4761-9DD1-747827663B49}" dt="2025-09-12T02:48:47.304" v="2902" actId="478"/>
          <ac:picMkLst>
            <pc:docMk/>
            <pc:sldMk cId="146951357" sldId="267"/>
            <ac:picMk id="3" creationId="{6668F959-B332-F445-35C2-72753269036C}"/>
          </ac:picMkLst>
        </pc:picChg>
        <pc:picChg chg="add del mod">
          <ac:chgData name="Jafet Baca" userId="e9aa8a7d9ee7777b" providerId="LiveId" clId="{891FC043-2C73-4761-9DD1-747827663B49}" dt="2025-09-12T03:55:32.038" v="4508" actId="478"/>
          <ac:picMkLst>
            <pc:docMk/>
            <pc:sldMk cId="146951357" sldId="267"/>
            <ac:picMk id="4" creationId="{D5F17F2C-8C97-F380-E9AC-A28506FFE4F0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  <pc:spChg chg="mod">
          <ac:chgData name="Jafet Baca" userId="e9aa8a7d9ee7777b" providerId="LiveId" clId="{891FC043-2C73-4761-9DD1-747827663B49}" dt="2025-09-12T03:07:17.541" v="3191" actId="6549"/>
          <ac:spMkLst>
            <pc:docMk/>
            <pc:sldMk cId="3637055690" sldId="268"/>
            <ac:spMk id="78" creationId="{6C482B5B-907C-6384-E27D-0EC0F8A54804}"/>
          </ac:spMkLst>
        </pc:spChg>
      </pc:sldChg>
      <pc:sldChg chg="addSp delSp modSp mod">
        <pc:chgData name="Jafet Baca" userId="e9aa8a7d9ee7777b" providerId="LiveId" clId="{891FC043-2C73-4761-9DD1-747827663B49}" dt="2025-09-12T03:39:03.728" v="4267" actId="207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09-04T02:40:16.181" v="599" actId="20577"/>
          <ac:spMkLst>
            <pc:docMk/>
            <pc:sldMk cId="1016271269" sldId="269"/>
            <ac:spMk id="2" creationId="{D7DD60EF-6E1E-4BBD-E087-F6BF07ABD533}"/>
          </ac:spMkLst>
        </pc:spChg>
        <pc:spChg chg="mod">
          <ac:chgData name="Jafet Baca" userId="e9aa8a7d9ee7777b" providerId="LiveId" clId="{891FC043-2C73-4761-9DD1-747827663B49}" dt="2025-09-12T03:39:03.728" v="4267" actId="207"/>
          <ac:spMkLst>
            <pc:docMk/>
            <pc:sldMk cId="1016271269" sldId="269"/>
            <ac:spMk id="3" creationId="{FCF9F30A-E8BD-752C-2909-3E3A8650929C}"/>
          </ac:spMkLst>
        </pc:spChg>
        <pc:picChg chg="add del mod">
          <ac:chgData name="Jafet Baca" userId="e9aa8a7d9ee7777b" providerId="LiveId" clId="{891FC043-2C73-4761-9DD1-747827663B49}" dt="2025-09-12T03:08:34.727" v="3209" actId="478"/>
          <ac:picMkLst>
            <pc:docMk/>
            <pc:sldMk cId="1016271269" sldId="269"/>
            <ac:picMk id="5" creationId="{AFED8B02-C620-A2ED-FDF6-3D4E4832D821}"/>
          </ac:picMkLst>
        </pc:picChg>
        <pc:picChg chg="add mod">
          <ac:chgData name="Jafet Baca" userId="e9aa8a7d9ee7777b" providerId="LiveId" clId="{891FC043-2C73-4761-9DD1-747827663B49}" dt="2025-09-12T03:38:16.019" v="4238" actId="1076"/>
          <ac:picMkLst>
            <pc:docMk/>
            <pc:sldMk cId="1016271269" sldId="269"/>
            <ac:picMk id="6" creationId="{0F955660-DFE0-C5EF-8213-467F1BDD602F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09-12T12:48:06.939" v="4527" actId="15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09-12T12:48:06.939" v="4527" actId="15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mod">
        <pc:chgData name="Jafet Baca" userId="e9aa8a7d9ee7777b" providerId="LiveId" clId="{891FC043-2C73-4761-9DD1-747827663B49}" dt="2025-09-12T03:36:36.665" v="4160" actId="20577"/>
        <pc:sldMkLst>
          <pc:docMk/>
          <pc:sldMk cId="1467760601" sldId="275"/>
        </pc:sldMkLst>
        <pc:spChg chg="mod">
          <ac:chgData name="Jafet Baca" userId="e9aa8a7d9ee7777b" providerId="LiveId" clId="{891FC043-2C73-4761-9DD1-747827663B49}" dt="2025-09-03T03:26:34.012" v="74" actId="20577"/>
          <ac:spMkLst>
            <pc:docMk/>
            <pc:sldMk cId="1467760601" sldId="275"/>
            <ac:spMk id="2" creationId="{0572298A-0E3B-1B4E-5597-CC94CCDA6525}"/>
          </ac:spMkLst>
        </pc:spChg>
        <pc:spChg chg="mod">
          <ac:chgData name="Jafet Baca" userId="e9aa8a7d9ee7777b" providerId="LiveId" clId="{891FC043-2C73-4761-9DD1-747827663B49}" dt="2025-09-12T03:36:36.665" v="4160" actId="20577"/>
          <ac:spMkLst>
            <pc:docMk/>
            <pc:sldMk cId="1467760601" sldId="275"/>
            <ac:spMk id="4" creationId="{717FF9DD-6B19-C7F8-E477-8D03D7012FDA}"/>
          </ac:spMkLst>
        </pc:spChg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mod">
        <pc:chgData name="Jafet Baca" userId="e9aa8a7d9ee7777b" providerId="LiveId" clId="{891FC043-2C73-4761-9DD1-747827663B49}" dt="2025-09-12T03:43:08.458" v="4316" actId="207"/>
        <pc:sldMkLst>
          <pc:docMk/>
          <pc:sldMk cId="3132385390" sldId="285"/>
        </pc:sldMkLst>
        <pc:spChg chg="mod">
          <ac:chgData name="Jafet Baca" userId="e9aa8a7d9ee7777b" providerId="LiveId" clId="{891FC043-2C73-4761-9DD1-747827663B49}" dt="2025-09-12T03:43:08.458" v="4316" actId="207"/>
          <ac:spMkLst>
            <pc:docMk/>
            <pc:sldMk cId="3132385390" sldId="285"/>
            <ac:spMk id="2" creationId="{090FD523-8FE3-89F0-4095-43D5EAD50F7B}"/>
          </ac:spMkLst>
        </pc:spChg>
        <pc:spChg chg="mod">
          <ac:chgData name="Jafet Baca" userId="e9aa8a7d9ee7777b" providerId="LiveId" clId="{891FC043-2C73-4761-9DD1-747827663B49}" dt="2025-09-12T03:12:33.877" v="3465" actId="20577"/>
          <ac:spMkLst>
            <pc:docMk/>
            <pc:sldMk cId="3132385390" sldId="285"/>
            <ac:spMk id="3" creationId="{49F7AF94-E3A7-A33D-3A9E-AC8E4375B0E7}"/>
          </ac:spMkLst>
        </pc:spChg>
        <pc:picChg chg="add del mod">
          <ac:chgData name="Jafet Baca" userId="e9aa8a7d9ee7777b" providerId="LiveId" clId="{891FC043-2C73-4761-9DD1-747827663B49}" dt="2025-09-12T03:12:47.547" v="3466" actId="478"/>
          <ac:picMkLst>
            <pc:docMk/>
            <pc:sldMk cId="3132385390" sldId="285"/>
            <ac:picMk id="5" creationId="{59350328-DC6D-08FF-294A-3633968849A9}"/>
          </ac:picMkLst>
        </pc:picChg>
        <pc:picChg chg="add mod">
          <ac:chgData name="Jafet Baca" userId="e9aa8a7d9ee7777b" providerId="LiveId" clId="{891FC043-2C73-4761-9DD1-747827663B49}" dt="2025-09-12T03:43:03.375" v="4314" actId="1076"/>
          <ac:picMkLst>
            <pc:docMk/>
            <pc:sldMk cId="3132385390" sldId="285"/>
            <ac:picMk id="6" creationId="{BFE1472D-271B-A0BA-6BE6-2CFBF244AFBF}"/>
          </ac:picMkLst>
        </pc:picChg>
      </pc:sldChg>
      <pc:sldChg chg="addSp delSp modSp new mod">
        <pc:chgData name="Jafet Baca" userId="e9aa8a7d9ee7777b" providerId="LiveId" clId="{891FC043-2C73-4761-9DD1-747827663B49}" dt="2025-09-12T03:45:42.414" v="4333" actId="207"/>
        <pc:sldMkLst>
          <pc:docMk/>
          <pc:sldMk cId="53525135" sldId="286"/>
        </pc:sldMkLst>
        <pc:spChg chg="mod">
          <ac:chgData name="Jafet Baca" userId="e9aa8a7d9ee7777b" providerId="LiveId" clId="{891FC043-2C73-4761-9DD1-747827663B49}" dt="2025-09-12T03:45:42.414" v="4333" actId="207"/>
          <ac:spMkLst>
            <pc:docMk/>
            <pc:sldMk cId="53525135" sldId="286"/>
            <ac:spMk id="2" creationId="{1AA11271-15A8-E396-9169-A82E235ED229}"/>
          </ac:spMkLst>
        </pc:spChg>
        <pc:spChg chg="mod">
          <ac:chgData name="Jafet Baca" userId="e9aa8a7d9ee7777b" providerId="LiveId" clId="{891FC043-2C73-4761-9DD1-747827663B49}" dt="2025-09-12T03:14:39.452" v="3584" actId="20577"/>
          <ac:spMkLst>
            <pc:docMk/>
            <pc:sldMk cId="53525135" sldId="286"/>
            <ac:spMk id="3" creationId="{680C498D-3DD7-C584-345E-C572B28C0F22}"/>
          </ac:spMkLst>
        </pc:spChg>
        <pc:picChg chg="add mod">
          <ac:chgData name="Jafet Baca" userId="e9aa8a7d9ee7777b" providerId="LiveId" clId="{891FC043-2C73-4761-9DD1-747827663B49}" dt="2025-09-12T03:44:52.401" v="4326" actId="1076"/>
          <ac:picMkLst>
            <pc:docMk/>
            <pc:sldMk cId="53525135" sldId="286"/>
            <ac:picMk id="5" creationId="{FFA97D53-FC0B-54E4-61DA-C9EED4F90C6C}"/>
          </ac:picMkLst>
        </pc:picChg>
        <pc:picChg chg="add del mod">
          <ac:chgData name="Jafet Baca" userId="e9aa8a7d9ee7777b" providerId="LiveId" clId="{891FC043-2C73-4761-9DD1-747827663B49}" dt="2025-09-12T03:21:17.969" v="3589" actId="478"/>
          <ac:picMkLst>
            <pc:docMk/>
            <pc:sldMk cId="53525135" sldId="286"/>
            <ac:picMk id="7" creationId="{64A5D956-C59D-AF28-600E-DBA3F5C50A3A}"/>
          </ac:picMkLst>
        </pc:picChg>
      </pc:sldChg>
      <pc:sldChg chg="addSp delSp modSp new mod">
        <pc:chgData name="Jafet Baca" userId="e9aa8a7d9ee7777b" providerId="LiveId" clId="{891FC043-2C73-4761-9DD1-747827663B49}" dt="2025-09-12T04:09:43.082" v="4523" actId="1076"/>
        <pc:sldMkLst>
          <pc:docMk/>
          <pc:sldMk cId="101706889" sldId="287"/>
        </pc:sldMkLst>
        <pc:spChg chg="mod">
          <ac:chgData name="Jafet Baca" userId="e9aa8a7d9ee7777b" providerId="LiveId" clId="{891FC043-2C73-4761-9DD1-747827663B49}" dt="2025-09-12T03:47:11.844" v="4357" actId="207"/>
          <ac:spMkLst>
            <pc:docMk/>
            <pc:sldMk cId="101706889" sldId="287"/>
            <ac:spMk id="2" creationId="{6EDC1F30-934E-D72C-8676-BDC333E40B25}"/>
          </ac:spMkLst>
        </pc:spChg>
        <pc:spChg chg="mod">
          <ac:chgData name="Jafet Baca" userId="e9aa8a7d9ee7777b" providerId="LiveId" clId="{891FC043-2C73-4761-9DD1-747827663B49}" dt="2025-09-12T03:26:32.422" v="3689" actId="20577"/>
          <ac:spMkLst>
            <pc:docMk/>
            <pc:sldMk cId="101706889" sldId="287"/>
            <ac:spMk id="3" creationId="{F72B7F9B-E9EB-AF57-7463-054397222FBC}"/>
          </ac:spMkLst>
        </pc:spChg>
        <pc:picChg chg="add del mod">
          <ac:chgData name="Jafet Baca" userId="e9aa8a7d9ee7777b" providerId="LiveId" clId="{891FC043-2C73-4761-9DD1-747827663B49}" dt="2025-09-12T03:26:35.067" v="3690" actId="478"/>
          <ac:picMkLst>
            <pc:docMk/>
            <pc:sldMk cId="101706889" sldId="287"/>
            <ac:picMk id="5" creationId="{42A435C8-0674-5745-884D-15FCCDEE35CC}"/>
          </ac:picMkLst>
        </pc:picChg>
        <pc:picChg chg="add del mod">
          <ac:chgData name="Jafet Baca" userId="e9aa8a7d9ee7777b" providerId="LiveId" clId="{891FC043-2C73-4761-9DD1-747827663B49}" dt="2025-09-12T04:05:21.487" v="4516" actId="478"/>
          <ac:picMkLst>
            <pc:docMk/>
            <pc:sldMk cId="101706889" sldId="287"/>
            <ac:picMk id="5" creationId="{4D588AAC-519E-7053-8D99-FBE4C6083CB5}"/>
          </ac:picMkLst>
        </pc:picChg>
        <pc:picChg chg="add mod">
          <ac:chgData name="Jafet Baca" userId="e9aa8a7d9ee7777b" providerId="LiveId" clId="{891FC043-2C73-4761-9DD1-747827663B49}" dt="2025-09-12T04:09:43.082" v="4523" actId="1076"/>
          <ac:picMkLst>
            <pc:docMk/>
            <pc:sldMk cId="101706889" sldId="287"/>
            <ac:picMk id="5" creationId="{66BC87E4-06F0-F9E5-CBDA-CF8D7E5A4300}"/>
          </ac:picMkLst>
        </pc:picChg>
        <pc:picChg chg="add del mod">
          <ac:chgData name="Jafet Baca" userId="e9aa8a7d9ee7777b" providerId="LiveId" clId="{891FC043-2C73-4761-9DD1-747827663B49}" dt="2025-09-12T04:09:31.204" v="4520" actId="478"/>
          <ac:picMkLst>
            <pc:docMk/>
            <pc:sldMk cId="101706889" sldId="287"/>
            <ac:picMk id="6" creationId="{22E03014-E38D-424D-389F-4C0A936427AD}"/>
          </ac:picMkLst>
        </pc:picChg>
        <pc:picChg chg="add del mod">
          <ac:chgData name="Jafet Baca" userId="e9aa8a7d9ee7777b" providerId="LiveId" clId="{891FC043-2C73-4761-9DD1-747827663B49}" dt="2025-09-12T04:03:45.764" v="4512" actId="478"/>
          <ac:picMkLst>
            <pc:docMk/>
            <pc:sldMk cId="101706889" sldId="287"/>
            <ac:picMk id="6" creationId="{9ADD4BD8-FDAF-582A-1CE4-B5B320D241E5}"/>
          </ac:picMkLst>
        </pc:picChg>
      </pc:sldChg>
      <pc:sldChg chg="addSp delSp modSp new mod">
        <pc:chgData name="Jafet Baca" userId="e9aa8a7d9ee7777b" providerId="LiveId" clId="{891FC043-2C73-4761-9DD1-747827663B49}" dt="2025-09-12T03:29:31.246" v="3973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09-12T03:29:31.246" v="3973" actId="20577"/>
          <ac:spMkLst>
            <pc:docMk/>
            <pc:sldMk cId="3707435978" sldId="288"/>
            <ac:spMk id="2" creationId="{BD0F855F-63C4-5E5B-F8A7-FDB812AA2D35}"/>
          </ac:spMkLst>
        </pc:spChg>
        <pc:spChg chg="mod">
          <ac:chgData name="Jafet Baca" userId="e9aa8a7d9ee7777b" providerId="LiveId" clId="{891FC043-2C73-4761-9DD1-747827663B49}" dt="2025-09-05T03:42:25.943" v="1848" actId="20577"/>
          <ac:spMkLst>
            <pc:docMk/>
            <pc:sldMk cId="3707435978" sldId="288"/>
            <ac:spMk id="3" creationId="{FD20C7DB-00DE-138A-A741-BDAA2127EE16}"/>
          </ac:spMkLst>
        </pc:spChg>
        <pc:spChg chg="add">
          <ac:chgData name="Jafet Baca" userId="e9aa8a7d9ee7777b" providerId="LiveId" clId="{891FC043-2C73-4761-9DD1-747827663B49}" dt="2025-09-12T03:28:11.084" v="3831"/>
          <ac:spMkLst>
            <pc:docMk/>
            <pc:sldMk cId="3707435978" sldId="288"/>
            <ac:spMk id="4" creationId="{E629BB8C-28C7-66E1-C829-F63FB4D6C156}"/>
          </ac:spMkLst>
        </pc:spChg>
        <pc:spChg chg="add">
          <ac:chgData name="Jafet Baca" userId="e9aa8a7d9ee7777b" providerId="LiveId" clId="{891FC043-2C73-4761-9DD1-747827663B49}" dt="2025-09-12T03:28:14.814" v="3833"/>
          <ac:spMkLst>
            <pc:docMk/>
            <pc:sldMk cId="3707435978" sldId="288"/>
            <ac:spMk id="5" creationId="{48D9A75B-7058-DF21-5B75-5166FB563741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mod">
        <pc:chgData name="Jafet Baca" userId="e9aa8a7d9ee7777b" providerId="LiveId" clId="{891FC043-2C73-4761-9DD1-747827663B49}" dt="2025-09-12T03:36:51.430" v="4162" actId="1076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09-12T03:08:14.722" v="3194" actId="20577"/>
          <ac:spMkLst>
            <pc:docMk/>
            <pc:sldMk cId="377898415" sldId="290"/>
            <ac:spMk id="2" creationId="{C5ED294F-26CC-8AA1-1DBB-B20A222C17AA}"/>
          </ac:spMkLst>
        </pc:spChg>
        <pc:spChg chg="mod">
          <ac:chgData name="Jafet Baca" userId="e9aa8a7d9ee7777b" providerId="LiveId" clId="{891FC043-2C73-4761-9DD1-747827663B49}" dt="2025-09-12T03:04:50.303" v="3121" actId="20577"/>
          <ac:spMkLst>
            <pc:docMk/>
            <pc:sldMk cId="377898415" sldId="290"/>
            <ac:spMk id="3" creationId="{F7ED4B6A-92A6-2C23-3A99-AB7995DDF26F}"/>
          </ac:spMkLst>
        </pc:spChg>
        <pc:picChg chg="add del mod">
          <ac:chgData name="Jafet Baca" userId="e9aa8a7d9ee7777b" providerId="LiveId" clId="{891FC043-2C73-4761-9DD1-747827663B49}" dt="2025-09-12T03:08:11.920" v="3193" actId="478"/>
          <ac:picMkLst>
            <pc:docMk/>
            <pc:sldMk cId="377898415" sldId="290"/>
            <ac:picMk id="5" creationId="{3B87C9BE-A742-E30E-331B-0AA5065D6F38}"/>
          </ac:picMkLst>
        </pc:picChg>
        <pc:picChg chg="add mod">
          <ac:chgData name="Jafet Baca" userId="e9aa8a7d9ee7777b" providerId="LiveId" clId="{891FC043-2C73-4761-9DD1-747827663B49}" dt="2025-09-12T03:36:51.430" v="4162" actId="1076"/>
          <ac:picMkLst>
            <pc:docMk/>
            <pc:sldMk cId="377898415" sldId="290"/>
            <ac:picMk id="7" creationId="{AB42FE43-1FB0-9A9D-E2E3-D2C9C1593676}"/>
          </ac:picMkLst>
        </pc:picChg>
      </pc:sldChg>
      <pc:sldChg chg="addSp delSp modSp new mod">
        <pc:chgData name="Jafet Baca" userId="e9aa8a7d9ee7777b" providerId="LiveId" clId="{891FC043-2C73-4761-9DD1-747827663B49}" dt="2025-09-12T03:42:14.554" v="4309" actId="207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09-12T03:42:14.554" v="4309" actId="207"/>
          <ac:spMkLst>
            <pc:docMk/>
            <pc:sldMk cId="2000719285" sldId="291"/>
            <ac:spMk id="2" creationId="{61B443A2-A699-EEDF-1AEF-D7536C90D39A}"/>
          </ac:spMkLst>
        </pc:spChg>
        <pc:spChg chg="mod">
          <ac:chgData name="Jafet Baca" userId="e9aa8a7d9ee7777b" providerId="LiveId" clId="{891FC043-2C73-4761-9DD1-747827663B49}" dt="2025-09-12T03:10:01.948" v="3237" actId="20577"/>
          <ac:spMkLst>
            <pc:docMk/>
            <pc:sldMk cId="2000719285" sldId="291"/>
            <ac:spMk id="3" creationId="{396C7398-E4EC-C1F5-2FE8-FF55CA84C4E3}"/>
          </ac:spMkLst>
        </pc:spChg>
        <pc:picChg chg="add del">
          <ac:chgData name="Jafet Baca" userId="e9aa8a7d9ee7777b" providerId="LiveId" clId="{891FC043-2C73-4761-9DD1-747827663B49}" dt="2025-09-12T03:10:35.541" v="3303" actId="478"/>
          <ac:picMkLst>
            <pc:docMk/>
            <pc:sldMk cId="2000719285" sldId="291"/>
            <ac:picMk id="5" creationId="{F609CC4D-63F1-05BF-F64C-A18D266994F6}"/>
          </ac:picMkLst>
        </pc:picChg>
        <pc:picChg chg="add mod">
          <ac:chgData name="Jafet Baca" userId="e9aa8a7d9ee7777b" providerId="LiveId" clId="{891FC043-2C73-4761-9DD1-747827663B49}" dt="2025-09-12T03:41:29.669" v="4288" actId="1076"/>
          <ac:picMkLst>
            <pc:docMk/>
            <pc:sldMk cId="2000719285" sldId="291"/>
            <ac:picMk id="7" creationId="{6D8A727D-590E-C633-0D18-AFD98F86F49B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  <pc:picChg chg="del">
          <ac:chgData name="Jafet Baca" userId="e9aa8a7d9ee7777b" providerId="LiveId" clId="{891FC043-2C73-4761-9DD1-747827663B49}" dt="2025-09-12T03:13:39.091" v="3547" actId="478"/>
          <ac:picMkLst>
            <pc:docMk/>
            <pc:sldMk cId="1269920315" sldId="292"/>
            <ac:picMk id="6" creationId="{19C43667-905E-9E26-4305-352B7A50B1E5}"/>
          </ac:picMkLst>
        </pc:picChg>
      </pc:sldChg>
      <pc:sldChg chg="addSp delSp modSp add mod">
        <pc:chgData name="Jafet Baca" userId="e9aa8a7d9ee7777b" providerId="LiveId" clId="{891FC043-2C73-4761-9DD1-747827663B49}" dt="2025-09-12T03:46:02.483" v="4350" actId="207"/>
        <pc:sldMkLst>
          <pc:docMk/>
          <pc:sldMk cId="2633089542" sldId="293"/>
        </pc:sldMkLst>
        <pc:spChg chg="mod">
          <ac:chgData name="Jafet Baca" userId="e9aa8a7d9ee7777b" providerId="LiveId" clId="{891FC043-2C73-4761-9DD1-747827663B49}" dt="2025-09-12T03:46:02.483" v="4350" actId="207"/>
          <ac:spMkLst>
            <pc:docMk/>
            <pc:sldMk cId="2633089542" sldId="293"/>
            <ac:spMk id="2" creationId="{0F7646F9-37BE-C8C1-830E-0A479368375B}"/>
          </ac:spMkLst>
        </pc:spChg>
        <pc:spChg chg="mod">
          <ac:chgData name="Jafet Baca" userId="e9aa8a7d9ee7777b" providerId="LiveId" clId="{891FC043-2C73-4761-9DD1-747827663B49}" dt="2025-09-12T03:21:44.984" v="3606" actId="20577"/>
          <ac:spMkLst>
            <pc:docMk/>
            <pc:sldMk cId="2633089542" sldId="293"/>
            <ac:spMk id="3" creationId="{BD8BFEB0-0449-D4BC-31E1-44A0983C275D}"/>
          </ac:spMkLst>
        </pc:spChg>
        <pc:picChg chg="del">
          <ac:chgData name="Jafet Baca" userId="e9aa8a7d9ee7777b" providerId="LiveId" clId="{891FC043-2C73-4761-9DD1-747827663B49}" dt="2025-09-12T03:25:39.313" v="3607" actId="478"/>
          <ac:picMkLst>
            <pc:docMk/>
            <pc:sldMk cId="2633089542" sldId="293"/>
            <ac:picMk id="5" creationId="{FF096308-A22A-FEC6-6659-B7F5E1641869}"/>
          </ac:picMkLst>
        </pc:picChg>
        <pc:picChg chg="add mod">
          <ac:chgData name="Jafet Baca" userId="e9aa8a7d9ee7777b" providerId="LiveId" clId="{891FC043-2C73-4761-9DD1-747827663B49}" dt="2025-09-12T03:45:28.919" v="4331" actId="1076"/>
          <ac:picMkLst>
            <pc:docMk/>
            <pc:sldMk cId="2633089542" sldId="293"/>
            <ac:picMk id="6" creationId="{B7BDEE7B-C289-E96B-E6CA-CB088B78086C}"/>
          </ac:picMkLst>
        </pc:picChg>
      </pc:sldChg>
      <pc:sldChg chg="addSp delSp modSp add mod">
        <pc:chgData name="Jafet Baca" userId="e9aa8a7d9ee7777b" providerId="LiveId" clId="{891FC043-2C73-4761-9DD1-747827663B49}" dt="2025-09-12T03:48:14.811" v="4457" actId="20577"/>
        <pc:sldMkLst>
          <pc:docMk/>
          <pc:sldMk cId="1769580752" sldId="294"/>
        </pc:sldMkLst>
        <pc:spChg chg="mod">
          <ac:chgData name="Jafet Baca" userId="e9aa8a7d9ee7777b" providerId="LiveId" clId="{891FC043-2C73-4761-9DD1-747827663B49}" dt="2025-09-12T03:48:14.811" v="4457" actId="20577"/>
          <ac:spMkLst>
            <pc:docMk/>
            <pc:sldMk cId="1769580752" sldId="294"/>
            <ac:spMk id="2" creationId="{5895949D-CE9A-F2E5-50AA-98DABD75FECF}"/>
          </ac:spMkLst>
        </pc:spChg>
        <pc:spChg chg="mod">
          <ac:chgData name="Jafet Baca" userId="e9aa8a7d9ee7777b" providerId="LiveId" clId="{891FC043-2C73-4761-9DD1-747827663B49}" dt="2025-09-12T03:27:25.284" v="3827" actId="20577"/>
          <ac:spMkLst>
            <pc:docMk/>
            <pc:sldMk cId="1769580752" sldId="294"/>
            <ac:spMk id="3" creationId="{92D607AD-0A6B-F249-BFAD-B6C56FC286ED}"/>
          </ac:spMkLst>
        </pc:spChg>
        <pc:picChg chg="add mod">
          <ac:chgData name="Jafet Baca" userId="e9aa8a7d9ee7777b" providerId="LiveId" clId="{891FC043-2C73-4761-9DD1-747827663B49}" dt="2025-09-12T03:47:36.783" v="4359" actId="1076"/>
          <ac:picMkLst>
            <pc:docMk/>
            <pc:sldMk cId="1769580752" sldId="294"/>
            <ac:picMk id="5" creationId="{02A1E233-F69A-D718-6B71-8AFBB76A163D}"/>
          </ac:picMkLst>
        </pc:picChg>
        <pc:picChg chg="del">
          <ac:chgData name="Jafet Baca" userId="e9aa8a7d9ee7777b" providerId="LiveId" clId="{891FC043-2C73-4761-9DD1-747827663B49}" dt="2025-09-12T03:27:39.080" v="3828" actId="478"/>
          <ac:picMkLst>
            <pc:docMk/>
            <pc:sldMk cId="1769580752" sldId="294"/>
            <ac:picMk id="6" creationId="{0BDFC490-DC70-8443-F5AB-5FF1B4A5EBAC}"/>
          </ac:picMkLst>
        </pc:picChg>
      </pc:sldChg>
      <pc:sldChg chg="addSp delSp modSp new mod">
        <pc:chgData name="Jafet Baca" userId="e9aa8a7d9ee7777b" providerId="LiveId" clId="{891FC043-2C73-4761-9DD1-747827663B49}" dt="2025-09-12T16:22:05.027" v="4566" actId="962"/>
        <pc:sldMkLst>
          <pc:docMk/>
          <pc:sldMk cId="1210316066" sldId="295"/>
        </pc:sldMkLst>
        <pc:spChg chg="mod">
          <ac:chgData name="Jafet Baca" userId="e9aa8a7d9ee7777b" providerId="LiveId" clId="{891FC043-2C73-4761-9DD1-747827663B49}" dt="2025-09-12T12:51:23.719" v="4557" actId="14100"/>
          <ac:spMkLst>
            <pc:docMk/>
            <pc:sldMk cId="1210316066" sldId="295"/>
            <ac:spMk id="2" creationId="{917E55F9-B25F-D46B-7010-A8793D011114}"/>
          </ac:spMkLst>
        </pc:spChg>
        <pc:spChg chg="add del">
          <ac:chgData name="Jafet Baca" userId="e9aa8a7d9ee7777b" providerId="LiveId" clId="{891FC043-2C73-4761-9DD1-747827663B49}" dt="2025-09-12T12:48:43.018" v="4530" actId="22"/>
          <ac:spMkLst>
            <pc:docMk/>
            <pc:sldMk cId="1210316066" sldId="295"/>
            <ac:spMk id="4" creationId="{7D2D3092-B2D1-FD43-19A8-CB11ACDBF7C4}"/>
          </ac:spMkLst>
        </pc:spChg>
        <pc:picChg chg="add mod">
          <ac:chgData name="Jafet Baca" userId="e9aa8a7d9ee7777b" providerId="LiveId" clId="{891FC043-2C73-4761-9DD1-747827663B49}" dt="2025-09-12T16:22:05.027" v="4566" actId="962"/>
          <ac:picMkLst>
            <pc:docMk/>
            <pc:sldMk cId="1210316066" sldId="295"/>
            <ac:picMk id="4" creationId="{39762BB8-C0C1-7700-63A0-09752D186D82}"/>
          </ac:picMkLst>
        </pc:picChg>
        <pc:picChg chg="add del mod">
          <ac:chgData name="Jafet Baca" userId="e9aa8a7d9ee7777b" providerId="LiveId" clId="{891FC043-2C73-4761-9DD1-747827663B49}" dt="2025-09-12T16:21:38.542" v="4558" actId="478"/>
          <ac:picMkLst>
            <pc:docMk/>
            <pc:sldMk cId="1210316066" sldId="295"/>
            <ac:picMk id="6" creationId="{DA1C8EB0-BA98-13A7-B415-8BFFE8F32C12}"/>
          </ac:picMkLst>
        </pc:picChg>
      </pc:sldChg>
      <pc:sldMasterChg chg="delSldLayout">
        <pc:chgData name="Jafet Baca" userId="e9aa8a7d9ee7777b" providerId="LiveId" clId="{891FC043-2C73-4761-9DD1-747827663B49}" dt="2025-09-12T03:12:19.504" v="3411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6" r:id="rId4"/>
    <p:sldLayoutId id="214748365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3, Introduction to Python (II) – 09/12/2025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298A-0E3B-1B4E-5597-CC94CCDA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F9DD-6B19-C7F8-E477-8D03D7012F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  <a:p>
            <a:r>
              <a:rPr lang="en-US" dirty="0"/>
              <a:t>Loading data</a:t>
            </a:r>
          </a:p>
          <a:p>
            <a:r>
              <a:rPr lang="en-US" dirty="0"/>
              <a:t>Creating variables</a:t>
            </a:r>
          </a:p>
          <a:p>
            <a:r>
              <a:rPr lang="en-US" dirty="0"/>
              <a:t>Grouped statistics</a:t>
            </a:r>
          </a:p>
          <a:p>
            <a:r>
              <a:rPr lang="en-US" dirty="0"/>
              <a:t>Basic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46776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Local installation of VS Code, Python, Jupyter extension? </a:t>
            </a:r>
          </a:p>
          <a:p>
            <a:pPr marL="596900" lvl="1" indent="0">
              <a:buNone/>
            </a:pPr>
            <a:endParaRPr lang="en" dirty="0"/>
          </a:p>
          <a:p>
            <a:r>
              <a:rPr lang="en" dirty="0"/>
              <a:t>If not:</a:t>
            </a:r>
          </a:p>
          <a:p>
            <a:pPr lvl="1"/>
            <a:r>
              <a:rPr lang="en" dirty="0"/>
              <a:t>Use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Colab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Setup check</a:t>
            </a:r>
          </a:p>
        </p:txBody>
      </p:sp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D294F-26CC-8AA1-1DBB-B20A222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the libraries we’ll be using today: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D4B6A-92A6-2C23-3A99-AB7995D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Economist's Toolkit &amp;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2FE43-1FB0-9A9D-E2E3-D2C9C159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16309"/>
            <a:ext cx="6400800" cy="97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F30A-E8BD-752C-2909-3E3A86509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the file </a:t>
            </a:r>
            <a:r>
              <a:rPr lang="en-US" b="1" dirty="0">
                <a:solidFill>
                  <a:srgbClr val="FFC000"/>
                </a:solidFill>
              </a:rPr>
              <a:t>flights.csv </a:t>
            </a:r>
            <a:r>
              <a:rPr lang="en-US" dirty="0"/>
              <a:t>from Canvas.</a:t>
            </a:r>
          </a:p>
          <a:p>
            <a:r>
              <a:rPr lang="en-US" dirty="0"/>
              <a:t>Find its path on your laptop.</a:t>
            </a:r>
          </a:p>
          <a:p>
            <a:r>
              <a:rPr lang="en-US" dirty="0"/>
              <a:t>Recall: </a:t>
            </a:r>
            <a:r>
              <a:rPr lang="en-US" b="1" dirty="0">
                <a:solidFill>
                  <a:schemeClr val="accent4">
                    <a:lumMod val="10000"/>
                  </a:schemeClr>
                </a:solidFill>
              </a:rPr>
              <a:t>Use Pandas to load a CSV file using its path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55660-DFE0-C5EF-8213-467F1BDD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37619"/>
            <a:ext cx="6400800" cy="11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B443A2-A699-EEDF-1AEF-D7536C90D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the most interesting data isn't in the original dataset—you must </a:t>
            </a:r>
            <a:r>
              <a:rPr lang="en-US" b="1" dirty="0">
                <a:solidFill>
                  <a:srgbClr val="FFC000"/>
                </a:solidFill>
              </a:rPr>
              <a:t>create</a:t>
            </a:r>
            <a:r>
              <a:rPr lang="en-US" dirty="0"/>
              <a:t> it.</a:t>
            </a:r>
          </a:p>
          <a:p>
            <a:r>
              <a:rPr lang="en-US" dirty="0"/>
              <a:t>Let’s measure the delay time of departures and arrivals.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A727D-590E-C633-0D18-AFD98F86F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2896870"/>
            <a:ext cx="6400800" cy="96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0FD523-8FE3-89F0-4095-43D5EAD50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the distribution of departure delay times look like?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C000"/>
                </a:solidFill>
              </a:rPr>
              <a:t>histogram</a:t>
            </a:r>
            <a:r>
              <a:rPr lang="en-US" dirty="0"/>
              <a:t> is a perfect tool for this, as it shows how frequently different values occur.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F7AF94-E3A7-A33D-3A9E-AC8E4375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visualization: histogram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E1472D-271B-A0BA-6BE6-2CFBF244A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32243"/>
            <a:ext cx="6400800" cy="15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8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A11271-15A8-E396-9169-A82E235ED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destination airport has the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highest average arrival delay</a:t>
            </a:r>
            <a:r>
              <a:rPr lang="en-US" dirty="0"/>
              <a:t>?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C000"/>
                </a:solidFill>
              </a:rPr>
              <a:t>.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b="1" dirty="0">
                <a:solidFill>
                  <a:srgbClr val="FFC000"/>
                </a:solidFill>
              </a:rPr>
              <a:t>() </a:t>
            </a:r>
            <a:r>
              <a:rPr lang="en-US" dirty="0"/>
              <a:t>method: Think of it like sorting your data into different buckets (e.g., one bucket for each destination airport) and then performing a calculation on each bucket.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0C498D-3DD7-C584-345E-C572B28C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group means with .</a:t>
            </a:r>
            <a:r>
              <a:rPr lang="en-US" dirty="0" err="1"/>
              <a:t>groupby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97D53-FC0B-54E4-61DA-C9EED4F90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71574"/>
            <a:ext cx="6400800" cy="99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06DA-66DB-09E6-56D9-9561570E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646F9-37BE-C8C1-830E-0A4793683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destination airport has the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lowest variance arrival delay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8BFEB0-0449-D4BC-31E1-44A0983C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group variances with .</a:t>
            </a:r>
            <a:r>
              <a:rPr lang="en-US" dirty="0" err="1"/>
              <a:t>groupby</a:t>
            </a:r>
            <a:r>
              <a:rPr lang="en-US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DEE7B-C289-E96B-E6CA-CB088B780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23201"/>
            <a:ext cx="6400800" cy="9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8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DC1F30-934E-D72C-8676-BDC333E40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aren't limited to analyzing one variable at a time. </a:t>
            </a:r>
          </a:p>
          <a:p>
            <a:r>
              <a:rPr lang="en-US" dirty="0"/>
              <a:t>By passing a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list of column names</a:t>
            </a:r>
            <a:r>
              <a:rPr lang="en-US" dirty="0"/>
              <a:t>, you can get descriptive statistics for multiple variables side-by-side.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2B7F9B-E9EB-AF57-7463-05439722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 of multiple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C87E4-06F0-F9E5-CBDA-CF8D7E5A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5580"/>
            <a:ext cx="6400800" cy="121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3AB8B-2649-E671-9F96-B82787A8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95949D-CE9A-F2E5-50AA-98DABD75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to submit a </a:t>
            </a:r>
            <a:r>
              <a:rPr lang="en-US" dirty="0" err="1"/>
              <a:t>Jupyter</a:t>
            </a:r>
            <a:r>
              <a:rPr lang="en-US" dirty="0"/>
              <a:t> notebook together with an HTML file for the data exercises.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607AD-0A6B-F249-BFAD-B6C56FC2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</a:t>
            </a:r>
            <a:r>
              <a:rPr lang="en-US" dirty="0" err="1"/>
              <a:t>Jupyter</a:t>
            </a:r>
            <a:r>
              <a:rPr lang="en-US" dirty="0"/>
              <a:t> notebook to 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1E233-F69A-D718-6B71-8AFBB76A1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2744352"/>
            <a:ext cx="6400800" cy="60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8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Created new variables </a:t>
            </a:r>
            <a:r>
              <a:rPr lang="en-US" dirty="0"/>
              <a:t>like </a:t>
            </a:r>
            <a:r>
              <a:rPr lang="en-US" dirty="0" err="1"/>
              <a:t>arr_delay</a:t>
            </a:r>
            <a:r>
              <a:rPr lang="en-US" dirty="0"/>
              <a:t> and </a:t>
            </a:r>
            <a:r>
              <a:rPr lang="en-US" dirty="0" err="1"/>
              <a:t>dep_delay</a:t>
            </a:r>
            <a:r>
              <a:rPr lang="en-US" dirty="0"/>
              <a:t> to make our dataset more useful.</a:t>
            </a:r>
          </a:p>
          <a:p>
            <a:r>
              <a:rPr lang="en-US" b="1" dirty="0"/>
              <a:t>Visualized histograms</a:t>
            </a:r>
            <a:r>
              <a:rPr lang="en-US" dirty="0"/>
              <a:t> to understand the frequency of our new variables and learned to filter data to improve our charts.</a:t>
            </a:r>
          </a:p>
          <a:p>
            <a:r>
              <a:rPr lang="en-US" dirty="0"/>
              <a:t>We used .</a:t>
            </a:r>
            <a:r>
              <a:rPr lang="en-US" dirty="0" err="1"/>
              <a:t>groupby</a:t>
            </a:r>
            <a:r>
              <a:rPr lang="en-US" dirty="0"/>
              <a:t>() to </a:t>
            </a:r>
            <a:r>
              <a:rPr lang="en-US" b="1" dirty="0"/>
              <a:t>ask powerful comparative questions</a:t>
            </a:r>
            <a:r>
              <a:rPr lang="en-US" dirty="0"/>
              <a:t>, like finding the average delay by destination.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dirty="0"/>
              <a:t>DataCamp</a:t>
            </a:r>
          </a:p>
          <a:p>
            <a:pPr lvl="1"/>
            <a:r>
              <a:rPr lang="en-US" dirty="0"/>
              <a:t>Complete “Intermediate Python” course</a:t>
            </a:r>
          </a:p>
          <a:p>
            <a:pPr lvl="2"/>
            <a:r>
              <a:rPr lang="en-US" dirty="0"/>
              <a:t>Upload certificate on Canvas: 09/13/2025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Complete Data Exercise 1</a:t>
            </a:r>
          </a:p>
          <a:p>
            <a:pPr lvl="2"/>
            <a:r>
              <a:rPr lang="en-US" dirty="0"/>
              <a:t>Upload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September 20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7E55F9-B25F-D46B-7010-A8793D011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9086850" cy="446700"/>
          </a:xfrm>
        </p:spPr>
        <p:txBody>
          <a:bodyPr/>
          <a:lstStyle/>
          <a:p>
            <a:pPr algn="ctr"/>
            <a:r>
              <a:rPr lang="en-US" dirty="0"/>
              <a:t>Attendance Check 1</a:t>
            </a:r>
          </a:p>
        </p:txBody>
      </p:sp>
      <p:pic>
        <p:nvPicPr>
          <p:cNvPr id="4" name="Picture 3" descr="A qr code on a white background">
            <a:extLst>
              <a:ext uri="{FF2B5EF4-FFF2-40B4-BE49-F238E27FC236}">
                <a16:creationId xmlns:a16="http://schemas.microsoft.com/office/drawing/2014/main" id="{39762BB8-C0C1-7700-63A0-09752D186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39776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1606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377</Words>
  <Application>Microsoft Office PowerPoint</Application>
  <PresentationFormat>On-screen Show (16:9)</PresentationFormat>
  <Paragraphs>48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Roboto</vt:lpstr>
      <vt:lpstr>Arial</vt:lpstr>
      <vt:lpstr>Material</vt:lpstr>
      <vt:lpstr>DATA SCIENCE FOR ECONOMISTS</vt:lpstr>
      <vt:lpstr>Outline</vt:lpstr>
      <vt:lpstr>Setup check</vt:lpstr>
      <vt:lpstr>The Economist's Toolkit &amp; Setup</vt:lpstr>
      <vt:lpstr>Loading a dataset</vt:lpstr>
      <vt:lpstr>Creating new variables</vt:lpstr>
      <vt:lpstr>Basic visualization: histogram</vt:lpstr>
      <vt:lpstr>Comparing group means with .groupby()</vt:lpstr>
      <vt:lpstr>Comparing group variances with .groupby()</vt:lpstr>
      <vt:lpstr>Means of multiple variables</vt:lpstr>
      <vt:lpstr>Converting Jupyter notebook to HTML</vt:lpstr>
      <vt:lpstr>Recap</vt:lpstr>
      <vt:lpstr>To-do list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2025-09-12T16:22:09Z</dcterms:modified>
</cp:coreProperties>
</file>