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handoutMasterIdLst>
    <p:handoutMasterId r:id="rId9"/>
  </p:handoutMasterIdLst>
  <p:sldIdLst>
    <p:sldId id="256" r:id="rId2"/>
    <p:sldId id="301" r:id="rId3"/>
    <p:sldId id="325" r:id="rId4"/>
    <p:sldId id="331" r:id="rId5"/>
    <p:sldId id="326" r:id="rId6"/>
    <p:sldId id="272" r:id="rId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C9953F-2FA5-4B59-ADFB-0F5F1B055CAF}" v="254" dt="2025-11-12T23:24:05.2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et Baca" userId="e9aa8a7d9ee7777b" providerId="LiveId" clId="{891FC043-2C73-4761-9DD1-747827663B49}"/>
    <pc:docChg chg="undo custSel addSld delSld modSld sldOrd">
      <pc:chgData name="Jafet Baca" userId="e9aa8a7d9ee7777b" providerId="LiveId" clId="{891FC043-2C73-4761-9DD1-747827663B49}" dt="2025-11-12T23:57:47.168" v="19012" actId="20577"/>
      <pc:docMkLst>
        <pc:docMk/>
      </pc:docMkLst>
      <pc:sldChg chg="modSp mod">
        <pc:chgData name="Jafet Baca" userId="e9aa8a7d9ee7777b" providerId="LiveId" clId="{891FC043-2C73-4761-9DD1-747827663B49}" dt="2025-11-12T22:19:03.969" v="17554" actId="20577"/>
        <pc:sldMkLst>
          <pc:docMk/>
          <pc:sldMk cId="0" sldId="256"/>
        </pc:sldMkLst>
        <pc:spChg chg="mod">
          <ac:chgData name="Jafet Baca" userId="e9aa8a7d9ee7777b" providerId="LiveId" clId="{891FC043-2C73-4761-9DD1-747827663B49}" dt="2025-11-12T22:19:03.969" v="17554" actId="20577"/>
          <ac:spMkLst>
            <pc:docMk/>
            <pc:sldMk cId="0" sldId="256"/>
            <ac:spMk id="68" creationId="{00000000-0000-0000-0000-000000000000}"/>
          </ac:spMkLst>
        </pc:spChg>
      </pc:sldChg>
      <pc:sldChg chg="modSp mod">
        <pc:chgData name="Jafet Baca" userId="e9aa8a7d9ee7777b" providerId="LiveId" clId="{891FC043-2C73-4761-9DD1-747827663B49}" dt="2025-11-12T23:57:47.168" v="19012" actId="20577"/>
        <pc:sldMkLst>
          <pc:docMk/>
          <pc:sldMk cId="3202981089" sldId="272"/>
        </pc:sldMkLst>
        <pc:spChg chg="mod">
          <ac:chgData name="Jafet Baca" userId="e9aa8a7d9ee7777b" providerId="LiveId" clId="{891FC043-2C73-4761-9DD1-747827663B49}" dt="2025-11-12T23:57:47.168" v="19012" actId="20577"/>
          <ac:spMkLst>
            <pc:docMk/>
            <pc:sldMk cId="3202981089" sldId="272"/>
            <ac:spMk id="4" creationId="{37A9F882-4B94-D501-2F2E-20CBA9C3B117}"/>
          </ac:spMkLst>
        </pc:spChg>
      </pc:sldChg>
      <pc:sldChg chg="addSp delSp modSp new mod ord modClrScheme chgLayout">
        <pc:chgData name="Jafet Baca" userId="e9aa8a7d9ee7777b" providerId="LiveId" clId="{891FC043-2C73-4761-9DD1-747827663B49}" dt="2025-11-12T22:59:42.553" v="17619" actId="2165"/>
        <pc:sldMkLst>
          <pc:docMk/>
          <pc:sldMk cId="857497383" sldId="301"/>
        </pc:sldMkLst>
        <pc:graphicFrameChg chg="add mod modGraphic">
          <ac:chgData name="Jafet Baca" userId="e9aa8a7d9ee7777b" providerId="LiveId" clId="{891FC043-2C73-4761-9DD1-747827663B49}" dt="2025-11-12T22:59:42.553" v="17619" actId="2165"/>
          <ac:graphicFrameMkLst>
            <pc:docMk/>
            <pc:sldMk cId="857497383" sldId="301"/>
            <ac:graphicFrameMk id="5" creationId="{422D012B-6AF5-7BBD-B3CA-5CC13D8F3711}"/>
          </ac:graphicFrameMkLst>
        </pc:graphicFrameChg>
      </pc:sldChg>
      <pc:sldChg chg="addSp delSp modSp new mod">
        <pc:chgData name="Jafet Baca" userId="e9aa8a7d9ee7777b" providerId="LiveId" clId="{891FC043-2C73-4761-9DD1-747827663B49}" dt="2025-11-12T23:05:58.533" v="17875" actId="113"/>
        <pc:sldMkLst>
          <pc:docMk/>
          <pc:sldMk cId="3360652097" sldId="325"/>
        </pc:sldMkLst>
        <pc:spChg chg="mod">
          <ac:chgData name="Jafet Baca" userId="e9aa8a7d9ee7777b" providerId="LiveId" clId="{891FC043-2C73-4761-9DD1-747827663B49}" dt="2025-11-12T22:59:59.868" v="17641" actId="20577"/>
          <ac:spMkLst>
            <pc:docMk/>
            <pc:sldMk cId="3360652097" sldId="325"/>
            <ac:spMk id="3" creationId="{6FAB7CA4-1815-45E7-1C40-4E47CF1FD58C}"/>
          </ac:spMkLst>
        </pc:spChg>
        <pc:spChg chg="add mod">
          <ac:chgData name="Jafet Baca" userId="e9aa8a7d9ee7777b" providerId="LiveId" clId="{891FC043-2C73-4761-9DD1-747827663B49}" dt="2025-11-12T23:05:58.533" v="17875" actId="113"/>
          <ac:spMkLst>
            <pc:docMk/>
            <pc:sldMk cId="3360652097" sldId="325"/>
            <ac:spMk id="4" creationId="{874F27B2-1872-5C32-2BDB-F5A9A98C0057}"/>
          </ac:spMkLst>
        </pc:spChg>
        <pc:spChg chg="add mod">
          <ac:chgData name="Jafet Baca" userId="e9aa8a7d9ee7777b" providerId="LiveId" clId="{891FC043-2C73-4761-9DD1-747827663B49}" dt="2025-11-12T23:05:05.310" v="17874" actId="20577"/>
          <ac:spMkLst>
            <pc:docMk/>
            <pc:sldMk cId="3360652097" sldId="325"/>
            <ac:spMk id="5" creationId="{A9C19011-232D-9918-460C-91668BD18986}"/>
          </ac:spMkLst>
        </pc:spChg>
      </pc:sldChg>
      <pc:sldChg chg="addSp delSp modSp new mod modClrScheme chgLayout">
        <pc:chgData name="Jafet Baca" userId="e9aa8a7d9ee7777b" providerId="LiveId" clId="{891FC043-2C73-4761-9DD1-747827663B49}" dt="2025-11-12T23:24:05.214" v="18603" actId="113"/>
        <pc:sldMkLst>
          <pc:docMk/>
          <pc:sldMk cId="1006958756" sldId="326"/>
        </pc:sldMkLst>
        <pc:spChg chg="del mod ord">
          <ac:chgData name="Jafet Baca" userId="e9aa8a7d9ee7777b" providerId="LiveId" clId="{891FC043-2C73-4761-9DD1-747827663B49}" dt="2025-11-12T23:21:51.905" v="18419" actId="478"/>
          <ac:spMkLst>
            <pc:docMk/>
            <pc:sldMk cId="1006958756" sldId="326"/>
            <ac:spMk id="2" creationId="{456D983C-D621-8EC9-1FE9-68D9BEEB2FAF}"/>
          </ac:spMkLst>
        </pc:spChg>
        <pc:spChg chg="mod ord">
          <ac:chgData name="Jafet Baca" userId="e9aa8a7d9ee7777b" providerId="LiveId" clId="{891FC043-2C73-4761-9DD1-747827663B49}" dt="2025-11-12T23:23:49.208" v="18598" actId="14100"/>
          <ac:spMkLst>
            <pc:docMk/>
            <pc:sldMk cId="1006958756" sldId="326"/>
            <ac:spMk id="3" creationId="{199C1D11-52F3-6042-9076-CE8CD1814BBE}"/>
          </ac:spMkLst>
        </pc:spChg>
        <pc:spChg chg="add mod ord">
          <ac:chgData name="Jafet Baca" userId="e9aa8a7d9ee7777b" providerId="LiveId" clId="{891FC043-2C73-4761-9DD1-747827663B49}" dt="2025-11-12T23:24:05.214" v="18603" actId="113"/>
          <ac:spMkLst>
            <pc:docMk/>
            <pc:sldMk cId="1006958756" sldId="326"/>
            <ac:spMk id="4" creationId="{779FFB62-A604-2E81-7C8D-7474D10D8A82}"/>
          </ac:spMkLst>
        </pc:spChg>
        <pc:picChg chg="add del">
          <ac:chgData name="Jafet Baca" userId="e9aa8a7d9ee7777b" providerId="LiveId" clId="{891FC043-2C73-4761-9DD1-747827663B49}" dt="2025-11-12T23:21:39.194" v="18400" actId="478"/>
          <ac:picMkLst>
            <pc:docMk/>
            <pc:sldMk cId="1006958756" sldId="326"/>
            <ac:picMk id="6" creationId="{BA2588CC-1718-7C7F-8564-95FA32E3331E}"/>
          </ac:picMkLst>
        </pc:picChg>
        <pc:picChg chg="add mod">
          <ac:chgData name="Jafet Baca" userId="e9aa8a7d9ee7777b" providerId="LiveId" clId="{891FC043-2C73-4761-9DD1-747827663B49}" dt="2025-11-12T23:21:56.479" v="18420" actId="1076"/>
          <ac:picMkLst>
            <pc:docMk/>
            <pc:sldMk cId="1006958756" sldId="326"/>
            <ac:picMk id="8" creationId="{94ED174B-70F1-E480-15EB-A7253FF20B3B}"/>
          </ac:picMkLst>
        </pc:picChg>
      </pc:sldChg>
      <pc:sldChg chg="addSp delSp modSp new del mod">
        <pc:chgData name="Jafet Baca" userId="e9aa8a7d9ee7777b" providerId="LiveId" clId="{891FC043-2C73-4761-9DD1-747827663B49}" dt="2025-11-12T23:57:18.038" v="19001" actId="47"/>
        <pc:sldMkLst>
          <pc:docMk/>
          <pc:sldMk cId="3390565517" sldId="327"/>
        </pc:sldMkLst>
      </pc:sldChg>
      <pc:sldChg chg="addSp delSp modSp add del mod">
        <pc:chgData name="Jafet Baca" userId="e9aa8a7d9ee7777b" providerId="LiveId" clId="{891FC043-2C73-4761-9DD1-747827663B49}" dt="2025-11-12T23:57:14.911" v="18998" actId="47"/>
        <pc:sldMkLst>
          <pc:docMk/>
          <pc:sldMk cId="1752635902" sldId="328"/>
        </pc:sldMkLst>
        <pc:spChg chg="mod">
          <ac:chgData name="Jafet Baca" userId="e9aa8a7d9ee7777b" providerId="LiveId" clId="{891FC043-2C73-4761-9DD1-747827663B49}" dt="2025-11-12T23:24:31.572" v="18634" actId="20577"/>
          <ac:spMkLst>
            <pc:docMk/>
            <pc:sldMk cId="1752635902" sldId="328"/>
            <ac:spMk id="3" creationId="{C7C74B35-EC7D-D926-6B5C-3EB39C5AB554}"/>
          </ac:spMkLst>
        </pc:spChg>
        <pc:spChg chg="mod">
          <ac:chgData name="Jafet Baca" userId="e9aa8a7d9ee7777b" providerId="LiveId" clId="{891FC043-2C73-4761-9DD1-747827663B49}" dt="2025-11-12T23:35:42.539" v="18997" actId="207"/>
          <ac:spMkLst>
            <pc:docMk/>
            <pc:sldMk cId="1752635902" sldId="328"/>
            <ac:spMk id="4" creationId="{DBAD3C39-AB1C-D732-20E7-CC8B1A7B84B3}"/>
          </ac:spMkLst>
        </pc:spChg>
        <pc:spChg chg="del mod">
          <ac:chgData name="Jafet Baca" userId="e9aa8a7d9ee7777b" providerId="LiveId" clId="{891FC043-2C73-4761-9DD1-747827663B49}" dt="2025-11-12T23:25:34.278" v="18750" actId="478"/>
          <ac:spMkLst>
            <pc:docMk/>
            <pc:sldMk cId="1752635902" sldId="328"/>
            <ac:spMk id="5" creationId="{81867A2D-B613-CE20-EE95-5CE4CEE6E3C3}"/>
          </ac:spMkLst>
        </pc:spChg>
        <pc:picChg chg="add mod">
          <ac:chgData name="Jafet Baca" userId="e9aa8a7d9ee7777b" providerId="LiveId" clId="{891FC043-2C73-4761-9DD1-747827663B49}" dt="2025-11-12T23:25:50.351" v="18773" actId="1076"/>
          <ac:picMkLst>
            <pc:docMk/>
            <pc:sldMk cId="1752635902" sldId="328"/>
            <ac:picMk id="6" creationId="{CEF9B076-82D7-C8EA-F899-3E10EDE5D131}"/>
          </ac:picMkLst>
        </pc:picChg>
      </pc:sldChg>
      <pc:sldChg chg="modSp add del mod">
        <pc:chgData name="Jafet Baca" userId="e9aa8a7d9ee7777b" providerId="LiveId" clId="{891FC043-2C73-4761-9DD1-747827663B49}" dt="2025-11-12T23:57:15.296" v="18999" actId="47"/>
        <pc:sldMkLst>
          <pc:docMk/>
          <pc:sldMk cId="3468513338" sldId="329"/>
        </pc:sldMkLst>
      </pc:sldChg>
      <pc:sldChg chg="modSp add del mod">
        <pc:chgData name="Jafet Baca" userId="e9aa8a7d9ee7777b" providerId="LiveId" clId="{891FC043-2C73-4761-9DD1-747827663B49}" dt="2025-11-12T23:57:16.340" v="19000" actId="47"/>
        <pc:sldMkLst>
          <pc:docMk/>
          <pc:sldMk cId="737569914" sldId="330"/>
        </pc:sldMkLst>
      </pc:sldChg>
      <pc:sldChg chg="modSp add mod">
        <pc:chgData name="Jafet Baca" userId="e9aa8a7d9ee7777b" providerId="LiveId" clId="{891FC043-2C73-4761-9DD1-747827663B49}" dt="2025-11-12T23:12:46.475" v="18356" actId="20577"/>
        <pc:sldMkLst>
          <pc:docMk/>
          <pc:sldMk cId="2143556364" sldId="331"/>
        </pc:sldMkLst>
        <pc:spChg chg="mod">
          <ac:chgData name="Jafet Baca" userId="e9aa8a7d9ee7777b" providerId="LiveId" clId="{891FC043-2C73-4761-9DD1-747827663B49}" dt="2025-11-12T23:06:39.318" v="17903"/>
          <ac:spMkLst>
            <pc:docMk/>
            <pc:sldMk cId="2143556364" sldId="331"/>
            <ac:spMk id="3" creationId="{A74F55EA-B329-2AB8-B2E0-C51D5B55A657}"/>
          </ac:spMkLst>
        </pc:spChg>
        <pc:spChg chg="mod">
          <ac:chgData name="Jafet Baca" userId="e9aa8a7d9ee7777b" providerId="LiveId" clId="{891FC043-2C73-4761-9DD1-747827663B49}" dt="2025-11-12T23:09:30.198" v="18156" actId="207"/>
          <ac:spMkLst>
            <pc:docMk/>
            <pc:sldMk cId="2143556364" sldId="331"/>
            <ac:spMk id="4" creationId="{A89E0998-A31A-736F-B452-C541BE39171A}"/>
          </ac:spMkLst>
        </pc:spChg>
        <pc:spChg chg="mod">
          <ac:chgData name="Jafet Baca" userId="e9aa8a7d9ee7777b" providerId="LiveId" clId="{891FC043-2C73-4761-9DD1-747827663B49}" dt="2025-11-12T23:12:46.475" v="18356" actId="20577"/>
          <ac:spMkLst>
            <pc:docMk/>
            <pc:sldMk cId="2143556364" sldId="331"/>
            <ac:spMk id="5" creationId="{591D2FB7-1DC7-841E-BE5F-76F3215F7C9B}"/>
          </ac:spMkLst>
        </pc:spChg>
      </pc:sldChg>
      <pc:sldChg chg="new del">
        <pc:chgData name="Jafet Baca" userId="e9aa8a7d9ee7777b" providerId="LiveId" clId="{891FC043-2C73-4761-9DD1-747827663B49}" dt="2025-11-12T23:20:49.586" v="18395" actId="47"/>
        <pc:sldMkLst>
          <pc:docMk/>
          <pc:sldMk cId="375412049" sldId="33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F3FC2F-9EE7-816E-9489-DF7A29ACA2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37675-A6B8-FAB0-0065-4827A6D06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ADCE-ADAE-4909-9112-3AC374E8D4A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B034B-94CF-1D5D-181E-C476B60D0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C08DC-4CF7-C959-28BE-604BEEBD3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C3ED1-5040-4189-A49E-4FBEC4323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48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276066"/>
            <a:ext cx="9144000" cy="38674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/>
          <p:nvPr/>
        </p:nvSpPr>
        <p:spPr>
          <a:xfrm>
            <a:off x="0" y="127656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615413"/>
            <a:ext cx="8222100" cy="3013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1pPr>
            <a:lvl2pPr marL="914400" lvl="1" indent="-317500">
              <a:spcBef>
                <a:spcPts val="250"/>
              </a:spcBef>
              <a:spcAft>
                <a:spcPts val="25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8392ED-DC59-E275-87FE-0734075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278113"/>
            <a:ext cx="8222100" cy="76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658024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2692021"/>
            <a:ext cx="8222100" cy="1913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/>
              <a:t>DATA SCIENCE FOR ECONOMISTS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ECON 220 LAB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Jafet Baca-Obando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Week 12, Analysis of Variance – 11/14/2025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C2045C-D916-0E51-4C93-1BB30DD2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2D012B-6AF5-7BBD-B3CA-5CC13D8F3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923191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5066024" y="1463220"/>
          <a:ext cx="3624593" cy="2306735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1177506">
                  <a:extLst>
                    <a:ext uri="{9D8B030D-6E8A-4147-A177-3AD203B41FA5}">
                      <a16:colId xmlns:a16="http://schemas.microsoft.com/office/drawing/2014/main" val="2946017471"/>
                    </a:ext>
                  </a:extLst>
                </a:gridCol>
                <a:gridCol w="2447087">
                  <a:extLst>
                    <a:ext uri="{9D8B030D-6E8A-4147-A177-3AD203B41FA5}">
                      <a16:colId xmlns:a16="http://schemas.microsoft.com/office/drawing/2014/main" val="2924369917"/>
                    </a:ext>
                  </a:extLst>
                </a:gridCol>
              </a:tblGrid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lt1"/>
                          </a:solidFill>
                          <a:latin typeface="Roboto"/>
                          <a:ea typeface="Roboto"/>
                          <a:sym typeface="Roboto"/>
                        </a:rPr>
                        <a:t>ANOVA</a:t>
                      </a: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1695243274"/>
                  </a:ext>
                </a:extLst>
              </a:tr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lt1"/>
                          </a:solidFill>
                          <a:latin typeface="Roboto"/>
                          <a:ea typeface="Roboto"/>
                          <a:sym typeface="Roboto"/>
                        </a:rPr>
                        <a:t>Hypothesis for ANOVA</a:t>
                      </a: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1251535810"/>
                  </a:ext>
                </a:extLst>
              </a:tr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lt1"/>
                          </a:solidFill>
                          <a:latin typeface="Roboto"/>
                          <a:ea typeface="Roboto"/>
                          <a:sym typeface="Roboto"/>
                        </a:rPr>
                        <a:t>Tukey’s HSD</a:t>
                      </a: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3925304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9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AB7CA4-1815-45E7-1C40-4E47CF1F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ANOVA?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74F27B2-1872-5C32-2BDB-F5A9A98C0057}"/>
              </a:ext>
            </a:extLst>
          </p:cNvPr>
          <p:cNvSpPr txBox="1">
            <a:spLocks/>
          </p:cNvSpPr>
          <p:nvPr/>
        </p:nvSpPr>
        <p:spPr>
          <a:xfrm>
            <a:off x="364021" y="1532851"/>
            <a:ext cx="3840480" cy="315468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250"/>
              </a:spcBef>
              <a:spcAft>
                <a:spcPts val="25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250"/>
              </a:spcBef>
              <a:spcAft>
                <a:spcPts val="25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Stands for </a:t>
            </a:r>
            <a:r>
              <a:rPr lang="en-US" b="1" dirty="0">
                <a:solidFill>
                  <a:schemeClr val="bg2"/>
                </a:solidFill>
              </a:rPr>
              <a:t>Analysis of Variance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Used to compare </a:t>
            </a:r>
            <a:r>
              <a:rPr lang="en-US" b="1" dirty="0">
                <a:solidFill>
                  <a:srgbClr val="FFC000"/>
                </a:solidFill>
              </a:rPr>
              <a:t>means(averages)  across more than two independent groups</a:t>
            </a:r>
            <a:r>
              <a:rPr lang="en-US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9C19011-232D-9918-460C-91668BD18986}"/>
              </a:ext>
            </a:extLst>
          </p:cNvPr>
          <p:cNvSpPr txBox="1">
            <a:spLocks/>
          </p:cNvSpPr>
          <p:nvPr/>
        </p:nvSpPr>
        <p:spPr>
          <a:xfrm>
            <a:off x="4939501" y="1536199"/>
            <a:ext cx="3837000" cy="3151332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indent="-342900">
              <a:lnSpc>
                <a:spcPct val="115000"/>
              </a:lnSpc>
              <a:spcBef>
                <a:spcPts val="250"/>
              </a:spcBef>
              <a:spcAft>
                <a:spcPts val="250"/>
              </a:spcAft>
              <a:buClr>
                <a:schemeClr val="lt2"/>
              </a:buClr>
              <a:buSzPts val="1800"/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  <a:latin typeface="Roboto"/>
                <a:ea typeface="Roboto"/>
                <a:cs typeface="Roboto"/>
              </a:defRPr>
            </a:lvl1pPr>
            <a:lvl2pPr marL="914400" indent="-317500">
              <a:lnSpc>
                <a:spcPct val="115000"/>
              </a:lnSpc>
              <a:spcBef>
                <a:spcPts val="250"/>
              </a:spcBef>
              <a:spcAft>
                <a:spcPts val="25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marL="1371600" indent="-317500">
              <a:lnSpc>
                <a:spcPct val="115000"/>
              </a:lnSpc>
              <a:spcBef>
                <a:spcPts val="1600"/>
              </a:spcBef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marL="1828800" indent="-317500">
              <a:lnSpc>
                <a:spcPct val="115000"/>
              </a:lnSpc>
              <a:spcBef>
                <a:spcPts val="1600"/>
              </a:spcBef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marL="2286000" indent="-317500">
              <a:lnSpc>
                <a:spcPct val="115000"/>
              </a:lnSpc>
              <a:spcBef>
                <a:spcPts val="1600"/>
              </a:spcBef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marL="2743200" indent="-317500">
              <a:lnSpc>
                <a:spcPct val="115000"/>
              </a:lnSpc>
              <a:spcBef>
                <a:spcPts val="1600"/>
              </a:spcBef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marL="3200400" indent="-317500">
              <a:lnSpc>
                <a:spcPct val="115000"/>
              </a:lnSpc>
              <a:spcBef>
                <a:spcPts val="1600"/>
              </a:spcBef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marL="3657600" indent="-317500">
              <a:lnSpc>
                <a:spcPct val="115000"/>
              </a:lnSpc>
              <a:spcBef>
                <a:spcPts val="1600"/>
              </a:spcBef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marL="4114800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>
            <a:r>
              <a:rPr lang="en-US" dirty="0">
                <a:sym typeface="Roboto"/>
              </a:rPr>
              <a:t>More interesting questions:</a:t>
            </a:r>
          </a:p>
          <a:p>
            <a:pPr lvl="1"/>
            <a:r>
              <a:rPr lang="en-US" dirty="0">
                <a:sym typeface="Roboto"/>
              </a:rPr>
              <a:t>Example: Do average earnings differ across education levels?</a:t>
            </a:r>
          </a:p>
        </p:txBody>
      </p:sp>
    </p:spTree>
    <p:extLst>
      <p:ext uri="{BB962C8B-B14F-4D97-AF65-F5344CB8AC3E}">
        <p14:creationId xmlns:p14="http://schemas.microsoft.com/office/powerpoint/2010/main" val="3360652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B46B0-0840-B65A-041F-A1059DFA5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4F55EA-B329-2AB8-B2E0-C51D5B55A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hypothesis for ANOVA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A89E0998-A31A-736F-B452-C541BE3917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021" y="1532851"/>
                <a:ext cx="3840480" cy="3154680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15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lt2"/>
                  </a:buClr>
                  <a:buSzPts val="1800"/>
                  <a:buFont typeface="Roboto"/>
                  <a:buChar char="●"/>
                  <a:defRPr sz="1800" b="0" i="0" u="none" strike="noStrike" cap="none">
                    <a:solidFill>
                      <a:schemeClr val="lt2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17500" algn="l" rtl="0">
                  <a:lnSpc>
                    <a:spcPct val="115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lt2"/>
                  </a:buClr>
                  <a:buSzPts val="1400"/>
                  <a:buFont typeface="Roboto"/>
                  <a:buChar char="○"/>
                  <a:defRPr sz="1400" b="0" i="0" u="none" strike="noStrike" cap="none">
                    <a:solidFill>
                      <a:schemeClr val="lt2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Roboto"/>
                  <a:buChar char="■"/>
                  <a:defRPr sz="1400" b="0" i="0" u="none" strike="noStrike" cap="none">
                    <a:solidFill>
                      <a:schemeClr val="lt2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Roboto"/>
                  <a:buChar char="●"/>
                  <a:defRPr sz="1400" b="0" i="0" u="none" strike="noStrike" cap="none">
                    <a:solidFill>
                      <a:schemeClr val="lt2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Roboto"/>
                  <a:buChar char="○"/>
                  <a:defRPr sz="1400" b="0" i="0" u="none" strike="noStrike" cap="none">
                    <a:solidFill>
                      <a:schemeClr val="lt2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Roboto"/>
                  <a:buChar char="■"/>
                  <a:defRPr sz="1400" b="0" i="0" u="none" strike="noStrike" cap="none">
                    <a:solidFill>
                      <a:schemeClr val="lt2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Roboto"/>
                  <a:buChar char="●"/>
                  <a:defRPr sz="1400" b="0" i="0" u="none" strike="noStrike" cap="none">
                    <a:solidFill>
                      <a:schemeClr val="lt2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Roboto"/>
                  <a:buChar char="○"/>
                  <a:defRPr sz="1400" b="0" i="0" u="none" strike="noStrike" cap="none">
                    <a:solidFill>
                      <a:schemeClr val="lt2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2"/>
                  </a:buClr>
                  <a:buSzPts val="1400"/>
                  <a:buFont typeface="Roboto"/>
                  <a:buChar char="■"/>
                  <a:defRPr sz="1400" b="0" i="0" u="none" strike="noStrike" cap="none">
                    <a:solidFill>
                      <a:schemeClr val="lt2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14300" indent="0">
                  <a:buNone/>
                </a:pPr>
                <a:r>
                  <a:rPr lang="en-US" b="1" dirty="0">
                    <a:solidFill>
                      <a:schemeClr val="bg2"/>
                    </a:solidFill>
                  </a:rPr>
                  <a:t>Null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bg2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/>
                    </a:solidFill>
                  </a:rPr>
                  <a:t>Coincides with our assertion.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/>
                    </a:solidFill>
                  </a:rPr>
                  <a:t>States that the means of </a:t>
                </a:r>
                <a:r>
                  <a:rPr lang="en-US" b="1" dirty="0">
                    <a:solidFill>
                      <a:schemeClr val="accent6"/>
                    </a:solidFill>
                  </a:rPr>
                  <a:t>ALL</a:t>
                </a:r>
                <a:r>
                  <a:rPr lang="en-US" dirty="0">
                    <a:solidFill>
                      <a:schemeClr val="bg2"/>
                    </a:solidFill>
                  </a:rPr>
                  <a:t> groups are equal: </a:t>
                </a:r>
                <a:endParaRPr lang="en-US" b="0" i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=⋯=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A89E0998-A31A-736F-B452-C541BE391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21" y="1532851"/>
                <a:ext cx="3840480" cy="3154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591D2FB7-1DC7-841E-BE5F-76F3215F7C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9501" y="1536199"/>
                <a:ext cx="3837000" cy="3151332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457200" indent="-342900">
                  <a:lnSpc>
                    <a:spcPct val="115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lt2"/>
                  </a:buClr>
                  <a:buSzPts val="1800"/>
                  <a:buFont typeface="Arial" panose="020B0604020202020204" pitchFamily="34" charset="0"/>
                  <a:buChar char="•"/>
                  <a:defRPr sz="1800">
                    <a:solidFill>
                      <a:schemeClr val="bg2"/>
                    </a:solidFill>
                    <a:latin typeface="Roboto"/>
                    <a:ea typeface="Roboto"/>
                    <a:cs typeface="Roboto"/>
                  </a:defRPr>
                </a:lvl1pPr>
                <a:lvl2pPr marL="914400" indent="-317500">
                  <a:lnSpc>
                    <a:spcPct val="115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2pPr>
                <a:lvl3pPr marL="13716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3pPr>
                <a:lvl4pPr marL="18288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●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4pPr>
                <a:lvl5pPr marL="22860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5pPr>
                <a:lvl6pPr marL="27432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6pPr>
                <a:lvl7pPr marL="32004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●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7pPr>
                <a:lvl8pPr marL="36576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8pPr>
                <a:lvl9pPr marL="4114800" indent="-31750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9pPr>
              </a:lstStyle>
              <a:p>
                <a:pPr marL="114300" indent="0">
                  <a:buNone/>
                </a:pPr>
                <a:r>
                  <a:rPr lang="en-US" b="1" dirty="0">
                    <a:sym typeface="Roboto"/>
                  </a:rPr>
                  <a:t>Alternative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𝑯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US" b="1" dirty="0">
                    <a:sym typeface="Roboto"/>
                  </a:rPr>
                  <a:t>) </a:t>
                </a:r>
              </a:p>
              <a:p>
                <a:r>
                  <a:rPr lang="en-US" dirty="0">
                    <a:sym typeface="Roboto"/>
                  </a:rPr>
                  <a:t>States that AT LEAST one group mean is different from the others:</a:t>
                </a:r>
              </a:p>
              <a:p>
                <a:pPr marL="114300" indent="0">
                  <a:buNone/>
                </a:pPr>
                <a:r>
                  <a:rPr lang="en-US" dirty="0">
                    <a:sym typeface="Roboto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Roboto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Roboto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Roboto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sym typeface="Roboto"/>
                      </a:rPr>
                      <m:t>not</m:t>
                    </m:r>
                    <m:r>
                      <a:rPr lang="en-US" b="0" i="0" smtClean="0">
                        <a:latin typeface="Cambria Math" panose="02040503050406030204" pitchFamily="18" charset="0"/>
                        <a:sym typeface="Roboto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sym typeface="Roboto"/>
                      </a:rPr>
                      <m:t>all</m:t>
                    </m:r>
                    <m:r>
                      <a:rPr lang="en-US" b="0" i="0" smtClean="0">
                        <a:latin typeface="Cambria Math" panose="02040503050406030204" pitchFamily="18" charset="0"/>
                        <a:sym typeface="Roboto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sym typeface="Roboto"/>
                      </a:rPr>
                      <m:t>group</m:t>
                    </m:r>
                    <m:r>
                      <a:rPr lang="en-US" b="0" i="0" smtClean="0">
                        <a:latin typeface="Cambria Math" panose="02040503050406030204" pitchFamily="18" charset="0"/>
                        <a:sym typeface="Roboto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sym typeface="Roboto"/>
                      </a:rPr>
                      <m:t>means</m:t>
                    </m:r>
                    <m:r>
                      <a:rPr lang="en-US" b="0" i="0" smtClean="0">
                        <a:latin typeface="Cambria Math" panose="02040503050406030204" pitchFamily="18" charset="0"/>
                        <a:sym typeface="Roboto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sym typeface="Roboto"/>
                      </a:rPr>
                      <m:t>are</m:t>
                    </m:r>
                    <m:r>
                      <a:rPr lang="en-US" b="0" i="0" smtClean="0">
                        <a:latin typeface="Cambria Math" panose="02040503050406030204" pitchFamily="18" charset="0"/>
                        <a:sym typeface="Roboto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sym typeface="Roboto"/>
                      </a:rPr>
                      <m:t>equal</m:t>
                    </m:r>
                  </m:oMath>
                </a14:m>
                <a:endParaRPr lang="en-US" dirty="0">
                  <a:sym typeface="Roboto"/>
                </a:endParaRPr>
              </a:p>
            </p:txBody>
          </p:sp>
        </mc:Choice>
        <mc:Fallback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591D2FB7-1DC7-841E-BE5F-76F3215F7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501" y="1536199"/>
                <a:ext cx="3837000" cy="3151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556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9C1D11-52F3-6042-9076-CE8CD181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644577"/>
            <a:ext cx="4045200" cy="2070898"/>
          </a:xfrm>
        </p:spPr>
        <p:txBody>
          <a:bodyPr/>
          <a:lstStyle/>
          <a:p>
            <a:r>
              <a:rPr lang="en-US" dirty="0"/>
              <a:t>Example: Earnings by education level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ubtitle 3">
                <a:extLst>
                  <a:ext uri="{FF2B5EF4-FFF2-40B4-BE49-F238E27FC236}">
                    <a16:creationId xmlns:a16="http://schemas.microsoft.com/office/drawing/2014/main" id="{779FFB62-A604-2E81-7C8D-7474D10D8A8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US" sz="1600" b="1" dirty="0"/>
                  <a:t>F-statistic: 3223.8</a:t>
                </a:r>
              </a:p>
              <a:p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1600" b="1" dirty="0"/>
                  <a:t>-value: 0.000</a:t>
                </a:r>
              </a:p>
              <a:p>
                <a:r>
                  <a:rPr lang="en-US" sz="1600" dirty="0"/>
                  <a:t>Conclusion: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, there are statistically significant differences in mean earnings across education levels</a:t>
                </a:r>
              </a:p>
            </p:txBody>
          </p:sp>
        </mc:Choice>
        <mc:Fallback>
          <p:sp>
            <p:nvSpPr>
              <p:cNvPr id="4" name="Subtitle 3">
                <a:extLst>
                  <a:ext uri="{FF2B5EF4-FFF2-40B4-BE49-F238E27FC236}">
                    <a16:creationId xmlns:a16="http://schemas.microsoft.com/office/drawing/2014/main" id="{779FFB62-A604-2E81-7C8D-7474D10D8A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r="-1508" b="-35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4ED174B-70F1-E480-15EB-A7253FF20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64" y="984245"/>
            <a:ext cx="4102736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958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EBC7-97D4-C66E-30A6-148C3040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/>
          <a:lstStyle/>
          <a:p>
            <a:r>
              <a:rPr lang="en-US" dirty="0"/>
              <a:t>To-do 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F882-4B94-D501-2F2E-20CBA9C3B1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Complete Data Exercise 8</a:t>
            </a:r>
          </a:p>
          <a:p>
            <a:pPr lvl="1"/>
            <a:r>
              <a:rPr lang="en-US" dirty="0"/>
              <a:t>Upload Jupyter notebook (.ipynb file) and HTML file on </a:t>
            </a:r>
            <a:r>
              <a:rPr lang="en-US" b="1" dirty="0">
                <a:solidFill>
                  <a:srgbClr val="FFC000"/>
                </a:solidFill>
              </a:rPr>
              <a:t>November 16</a:t>
            </a:r>
          </a:p>
          <a:p>
            <a:r>
              <a:rPr lang="en-US" b="1" dirty="0">
                <a:solidFill>
                  <a:srgbClr val="FFC000"/>
                </a:solidFill>
              </a:rPr>
              <a:t>Complete Data Exercise 9</a:t>
            </a:r>
          </a:p>
          <a:p>
            <a:pPr lvl="1"/>
            <a:r>
              <a:rPr lang="en-US" dirty="0"/>
              <a:t>Upload Jupyter notebook (.</a:t>
            </a:r>
            <a:r>
              <a:rPr lang="en-US" dirty="0" err="1"/>
              <a:t>ipynb</a:t>
            </a:r>
            <a:r>
              <a:rPr lang="en-US" dirty="0"/>
              <a:t> file) and HTML file on </a:t>
            </a:r>
            <a:r>
              <a:rPr lang="en-US" b="1">
                <a:solidFill>
                  <a:srgbClr val="FFC000"/>
                </a:solidFill>
              </a:rPr>
              <a:t>November 23</a:t>
            </a:r>
            <a:endParaRPr lang="en-US" b="1" dirty="0">
              <a:solidFill>
                <a:srgbClr val="FFC000"/>
              </a:solidFill>
            </a:endParaRP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98108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Custom 3">
      <a:dk1>
        <a:srgbClr val="01598D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2022</TotalTime>
  <Words>190</Words>
  <Application>Microsoft Office PowerPoint</Application>
  <PresentationFormat>On-screen Show (16:9)</PresentationFormat>
  <Paragraphs>33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Cambria Math</vt:lpstr>
      <vt:lpstr>Roboto</vt:lpstr>
      <vt:lpstr>Material</vt:lpstr>
      <vt:lpstr>DATA SCIENCE FOR ECONOMISTS</vt:lpstr>
      <vt:lpstr>Outline</vt:lpstr>
      <vt:lpstr>What is ANOVA?</vt:lpstr>
      <vt:lpstr>The hypothesis for ANOVA</vt:lpstr>
      <vt:lpstr>Example: Earnings by education level</vt:lpstr>
      <vt:lpstr>To-do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Baca Obando, Jafet</cp:lastModifiedBy>
  <cp:revision>7</cp:revision>
  <dcterms:modified xsi:type="dcterms:W3CDTF">2025-11-12T23:57:49Z</dcterms:modified>
</cp:coreProperties>
</file>