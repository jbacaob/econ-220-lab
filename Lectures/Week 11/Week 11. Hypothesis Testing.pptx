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handoutMasterIdLst>
    <p:handoutMasterId r:id="rId12"/>
  </p:handoutMasterIdLst>
  <p:sldIdLst>
    <p:sldId id="256" r:id="rId2"/>
    <p:sldId id="301" r:id="rId3"/>
    <p:sldId id="325" r:id="rId4"/>
    <p:sldId id="326" r:id="rId5"/>
    <p:sldId id="328" r:id="rId6"/>
    <p:sldId id="329" r:id="rId7"/>
    <p:sldId id="330" r:id="rId8"/>
    <p:sldId id="327" r:id="rId9"/>
    <p:sldId id="272" r:id="rId10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3"/>
    </p:embeddedFont>
    <p:embeddedFont>
      <p:font typeface="Roboto" panose="02000000000000000000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EBABA5-0E86-4954-A782-9D6B203D885D}" v="542" dt="2025-11-07T14:25:54.2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1130" y="269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3197" y="3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fet Baca" userId="e9aa8a7d9ee7777b" providerId="LiveId" clId="{891FC043-2C73-4761-9DD1-747827663B49}"/>
    <pc:docChg chg="undo custSel addSld delSld modSld sldOrd">
      <pc:chgData name="Jafet Baca" userId="e9aa8a7d9ee7777b" providerId="LiveId" clId="{891FC043-2C73-4761-9DD1-747827663B49}" dt="2025-11-07T16:09:57.059" v="17506" actId="20577"/>
      <pc:docMkLst>
        <pc:docMk/>
      </pc:docMkLst>
      <pc:sldChg chg="modSp mod">
        <pc:chgData name="Jafet Baca" userId="e9aa8a7d9ee7777b" providerId="LiveId" clId="{891FC043-2C73-4761-9DD1-747827663B49}" dt="2025-11-06T16:29:05.998" v="15913" actId="20577"/>
        <pc:sldMkLst>
          <pc:docMk/>
          <pc:sldMk cId="0" sldId="256"/>
        </pc:sldMkLst>
        <pc:spChg chg="mod">
          <ac:chgData name="Jafet Baca" userId="e9aa8a7d9ee7777b" providerId="LiveId" clId="{891FC043-2C73-4761-9DD1-747827663B49}" dt="2025-11-06T16:29:05.998" v="15913" actId="20577"/>
          <ac:spMkLst>
            <pc:docMk/>
            <pc:sldMk cId="0" sldId="256"/>
            <ac:spMk id="68" creationId="{00000000-0000-0000-0000-000000000000}"/>
          </ac:spMkLst>
        </pc:spChg>
      </pc:sldChg>
      <pc:sldChg chg="addSp delSp modSp del mod chgLayout">
        <pc:chgData name="Jafet Baca" userId="e9aa8a7d9ee7777b" providerId="LiveId" clId="{891FC043-2C73-4761-9DD1-747827663B49}" dt="2025-11-06T18:31:32.057" v="16295" actId="47"/>
        <pc:sldMkLst>
          <pc:docMk/>
          <pc:sldMk cId="146951357" sldId="267"/>
        </pc:sldMkLst>
      </pc:sldChg>
      <pc:sldChg chg="modSp mod">
        <pc:chgData name="Jafet Baca" userId="e9aa8a7d9ee7777b" providerId="LiveId" clId="{891FC043-2C73-4761-9DD1-747827663B49}" dt="2025-11-06T18:54:45.035" v="17081" actId="6549"/>
        <pc:sldMkLst>
          <pc:docMk/>
          <pc:sldMk cId="3202981089" sldId="272"/>
        </pc:sldMkLst>
        <pc:spChg chg="mod">
          <ac:chgData name="Jafet Baca" userId="e9aa8a7d9ee7777b" providerId="LiveId" clId="{891FC043-2C73-4761-9DD1-747827663B49}" dt="2025-11-06T18:54:45.035" v="17081" actId="6549"/>
          <ac:spMkLst>
            <pc:docMk/>
            <pc:sldMk cId="3202981089" sldId="272"/>
            <ac:spMk id="4" creationId="{37A9F882-4B94-D501-2F2E-20CBA9C3B117}"/>
          </ac:spMkLst>
        </pc:spChg>
      </pc:sldChg>
      <pc:sldChg chg="addSp delSp modSp new del mod">
        <pc:chgData name="Jafet Baca" userId="e9aa8a7d9ee7777b" providerId="LiveId" clId="{891FC043-2C73-4761-9DD1-747827663B49}" dt="2025-11-06T18:54:19.546" v="17074" actId="47"/>
        <pc:sldMkLst>
          <pc:docMk/>
          <pc:sldMk cId="3707435978" sldId="288"/>
        </pc:sldMkLst>
      </pc:sldChg>
      <pc:sldChg chg="addSp delSp modSp new mod ord modClrScheme chgLayout">
        <pc:chgData name="Jafet Baca" userId="e9aa8a7d9ee7777b" providerId="LiveId" clId="{891FC043-2C73-4761-9DD1-747827663B49}" dt="2025-11-06T18:13:01.306" v="16011" actId="20577"/>
        <pc:sldMkLst>
          <pc:docMk/>
          <pc:sldMk cId="857497383" sldId="301"/>
        </pc:sldMkLst>
        <pc:graphicFrameChg chg="add mod modGraphic">
          <ac:chgData name="Jafet Baca" userId="e9aa8a7d9ee7777b" providerId="LiveId" clId="{891FC043-2C73-4761-9DD1-747827663B49}" dt="2025-11-06T18:13:01.306" v="16011" actId="20577"/>
          <ac:graphicFrameMkLst>
            <pc:docMk/>
            <pc:sldMk cId="857497383" sldId="301"/>
            <ac:graphicFrameMk id="5" creationId="{422D012B-6AF5-7BBD-B3CA-5CC13D8F3711}"/>
          </ac:graphicFrameMkLst>
        </pc:graphicFrameChg>
      </pc:sldChg>
      <pc:sldChg chg="addSp modSp new del mod">
        <pc:chgData name="Jafet Baca" userId="e9aa8a7d9ee7777b" providerId="LiveId" clId="{891FC043-2C73-4761-9DD1-747827663B49}" dt="2025-11-06T18:33:52.773" v="16473" actId="47"/>
        <pc:sldMkLst>
          <pc:docMk/>
          <pc:sldMk cId="591597597" sldId="306"/>
        </pc:sldMkLst>
      </pc:sldChg>
      <pc:sldChg chg="addSp delSp modSp new del mod">
        <pc:chgData name="Jafet Baca" userId="e9aa8a7d9ee7777b" providerId="LiveId" clId="{891FC043-2C73-4761-9DD1-747827663B49}" dt="2025-11-06T18:33:52.601" v="16472" actId="47"/>
        <pc:sldMkLst>
          <pc:docMk/>
          <pc:sldMk cId="3694356554" sldId="313"/>
        </pc:sldMkLst>
        <pc:spChg chg="mod">
          <ac:chgData name="Jafet Baca" userId="e9aa8a7d9ee7777b" providerId="LiveId" clId="{891FC043-2C73-4761-9DD1-747827663B49}" dt="2025-11-06T18:33:50.020" v="16471" actId="6549"/>
          <ac:spMkLst>
            <pc:docMk/>
            <pc:sldMk cId="3694356554" sldId="313"/>
            <ac:spMk id="3" creationId="{F292A7EC-BB41-255D-F2BC-CE3A2589A089}"/>
          </ac:spMkLst>
        </pc:spChg>
      </pc:sldChg>
      <pc:sldChg chg="addSp delSp modSp new del mod">
        <pc:chgData name="Jafet Baca" userId="e9aa8a7d9ee7777b" providerId="LiveId" clId="{891FC043-2C73-4761-9DD1-747827663B49}" dt="2025-11-06T18:33:52.923" v="16474" actId="47"/>
        <pc:sldMkLst>
          <pc:docMk/>
          <pc:sldMk cId="2291588477" sldId="315"/>
        </pc:sldMkLst>
      </pc:sldChg>
      <pc:sldChg chg="addSp delSp modSp new del mod">
        <pc:chgData name="Jafet Baca" userId="e9aa8a7d9ee7777b" providerId="LiveId" clId="{891FC043-2C73-4761-9DD1-747827663B49}" dt="2025-11-06T18:33:53.079" v="16475" actId="47"/>
        <pc:sldMkLst>
          <pc:docMk/>
          <pc:sldMk cId="2086816409" sldId="316"/>
        </pc:sldMkLst>
      </pc:sldChg>
      <pc:sldChg chg="modSp new del mod">
        <pc:chgData name="Jafet Baca" userId="e9aa8a7d9ee7777b" providerId="LiveId" clId="{891FC043-2C73-4761-9DD1-747827663B49}" dt="2025-11-06T18:33:56.302" v="16476" actId="47"/>
        <pc:sldMkLst>
          <pc:docMk/>
          <pc:sldMk cId="1603818784" sldId="317"/>
        </pc:sldMkLst>
      </pc:sldChg>
      <pc:sldChg chg="addSp delSp modSp new del mod">
        <pc:chgData name="Jafet Baca" userId="e9aa8a7d9ee7777b" providerId="LiveId" clId="{891FC043-2C73-4761-9DD1-747827663B49}" dt="2025-11-06T18:33:56.874" v="16477" actId="47"/>
        <pc:sldMkLst>
          <pc:docMk/>
          <pc:sldMk cId="2859148890" sldId="318"/>
        </pc:sldMkLst>
      </pc:sldChg>
      <pc:sldChg chg="addSp delSp modSp add del mod">
        <pc:chgData name="Jafet Baca" userId="e9aa8a7d9ee7777b" providerId="LiveId" clId="{891FC043-2C73-4761-9DD1-747827663B49}" dt="2025-11-06T18:33:57.265" v="16478" actId="47"/>
        <pc:sldMkLst>
          <pc:docMk/>
          <pc:sldMk cId="3357969454" sldId="319"/>
        </pc:sldMkLst>
      </pc:sldChg>
      <pc:sldChg chg="addSp modSp new del mod">
        <pc:chgData name="Jafet Baca" userId="e9aa8a7d9ee7777b" providerId="LiveId" clId="{891FC043-2C73-4761-9DD1-747827663B49}" dt="2025-11-06T18:33:58.267" v="16479" actId="47"/>
        <pc:sldMkLst>
          <pc:docMk/>
          <pc:sldMk cId="3364883646" sldId="320"/>
        </pc:sldMkLst>
      </pc:sldChg>
      <pc:sldChg chg="addSp modSp new del mod">
        <pc:chgData name="Jafet Baca" userId="e9aa8a7d9ee7777b" providerId="LiveId" clId="{891FC043-2C73-4761-9DD1-747827663B49}" dt="2025-11-06T18:33:59.293" v="16480" actId="47"/>
        <pc:sldMkLst>
          <pc:docMk/>
          <pc:sldMk cId="3784133112" sldId="321"/>
        </pc:sldMkLst>
      </pc:sldChg>
      <pc:sldChg chg="addSp delSp modSp new del mod">
        <pc:chgData name="Jafet Baca" userId="e9aa8a7d9ee7777b" providerId="LiveId" clId="{891FC043-2C73-4761-9DD1-747827663B49}" dt="2025-11-06T18:33:59.912" v="16481" actId="47"/>
        <pc:sldMkLst>
          <pc:docMk/>
          <pc:sldMk cId="3422846827" sldId="322"/>
        </pc:sldMkLst>
      </pc:sldChg>
      <pc:sldChg chg="modSp new del mod">
        <pc:chgData name="Jafet Baca" userId="e9aa8a7d9ee7777b" providerId="LiveId" clId="{891FC043-2C73-4761-9DD1-747827663B49}" dt="2025-11-06T18:31:31.375" v="16294" actId="47"/>
        <pc:sldMkLst>
          <pc:docMk/>
          <pc:sldMk cId="3401012325" sldId="323"/>
        </pc:sldMkLst>
      </pc:sldChg>
      <pc:sldChg chg="modSp new del mod">
        <pc:chgData name="Jafet Baca" userId="e9aa8a7d9ee7777b" providerId="LiveId" clId="{891FC043-2C73-4761-9DD1-747827663B49}" dt="2025-11-06T18:31:03.209" v="16293" actId="47"/>
        <pc:sldMkLst>
          <pc:docMk/>
          <pc:sldMk cId="4056475894" sldId="324"/>
        </pc:sldMkLst>
        <pc:spChg chg="mod">
          <ac:chgData name="Jafet Baca" userId="e9aa8a7d9ee7777b" providerId="LiveId" clId="{891FC043-2C73-4761-9DD1-747827663B49}" dt="2025-11-06T18:27:33.896" v="16275" actId="1076"/>
          <ac:spMkLst>
            <pc:docMk/>
            <pc:sldMk cId="4056475894" sldId="324"/>
            <ac:spMk id="2" creationId="{B8C36805-90CE-D8B1-FD37-7FF4C70196C9}"/>
          </ac:spMkLst>
        </pc:spChg>
        <pc:spChg chg="mod">
          <ac:chgData name="Jafet Baca" userId="e9aa8a7d9ee7777b" providerId="LiveId" clId="{891FC043-2C73-4761-9DD1-747827663B49}" dt="2025-11-06T18:28:22.144" v="16281" actId="1076"/>
          <ac:spMkLst>
            <pc:docMk/>
            <pc:sldMk cId="4056475894" sldId="324"/>
            <ac:spMk id="3" creationId="{1AAB8930-6558-F7F3-C26B-AF3AB99E5EEB}"/>
          </ac:spMkLst>
        </pc:spChg>
        <pc:spChg chg="mod">
          <ac:chgData name="Jafet Baca" userId="e9aa8a7d9ee7777b" providerId="LiveId" clId="{891FC043-2C73-4761-9DD1-747827663B49}" dt="2025-11-06T18:28:27.917" v="16282" actId="1076"/>
          <ac:spMkLst>
            <pc:docMk/>
            <pc:sldMk cId="4056475894" sldId="324"/>
            <ac:spMk id="4" creationId="{020B6F2C-7119-DC29-3169-301F289759A7}"/>
          </ac:spMkLst>
        </pc:spChg>
      </pc:sldChg>
      <pc:sldChg chg="addSp delSp modSp new mod">
        <pc:chgData name="Jafet Baca" userId="e9aa8a7d9ee7777b" providerId="LiveId" clId="{891FC043-2C73-4761-9DD1-747827663B49}" dt="2025-11-07T14:25:33.061" v="17390" actId="207"/>
        <pc:sldMkLst>
          <pc:docMk/>
          <pc:sldMk cId="3360652097" sldId="325"/>
        </pc:sldMkLst>
        <pc:spChg chg="del">
          <ac:chgData name="Jafet Baca" userId="e9aa8a7d9ee7777b" providerId="LiveId" clId="{891FC043-2C73-4761-9DD1-747827663B49}" dt="2025-11-06T18:29:27.002" v="16284" actId="478"/>
          <ac:spMkLst>
            <pc:docMk/>
            <pc:sldMk cId="3360652097" sldId="325"/>
            <ac:spMk id="2" creationId="{355BE853-5E16-E7DE-405F-0B9550E7D480}"/>
          </ac:spMkLst>
        </pc:spChg>
        <pc:spChg chg="mod">
          <ac:chgData name="Jafet Baca" userId="e9aa8a7d9ee7777b" providerId="LiveId" clId="{891FC043-2C73-4761-9DD1-747827663B49}" dt="2025-11-06T18:30:34.629" v="16292"/>
          <ac:spMkLst>
            <pc:docMk/>
            <pc:sldMk cId="3360652097" sldId="325"/>
            <ac:spMk id="3" creationId="{6FAB7CA4-1815-45E7-1C40-4E47CF1FD58C}"/>
          </ac:spMkLst>
        </pc:spChg>
        <pc:spChg chg="add mod">
          <ac:chgData name="Jafet Baca" userId="e9aa8a7d9ee7777b" providerId="LiveId" clId="{891FC043-2C73-4761-9DD1-747827663B49}" dt="2025-11-07T14:25:33.061" v="17390" actId="207"/>
          <ac:spMkLst>
            <pc:docMk/>
            <pc:sldMk cId="3360652097" sldId="325"/>
            <ac:spMk id="4" creationId="{874F27B2-1872-5C32-2BDB-F5A9A98C0057}"/>
          </ac:spMkLst>
        </pc:spChg>
        <pc:spChg chg="add mod">
          <ac:chgData name="Jafet Baca" userId="e9aa8a7d9ee7777b" providerId="LiveId" clId="{891FC043-2C73-4761-9DD1-747827663B49}" dt="2025-11-07T14:22:59.174" v="17251" actId="113"/>
          <ac:spMkLst>
            <pc:docMk/>
            <pc:sldMk cId="3360652097" sldId="325"/>
            <ac:spMk id="5" creationId="{A9C19011-232D-9918-460C-91668BD18986}"/>
          </ac:spMkLst>
        </pc:spChg>
      </pc:sldChg>
      <pc:sldChg chg="modSp new mod">
        <pc:chgData name="Jafet Baca" userId="e9aa8a7d9ee7777b" providerId="LiveId" clId="{891FC043-2C73-4761-9DD1-747827663B49}" dt="2025-11-07T14:23:52.636" v="17376" actId="20577"/>
        <pc:sldMkLst>
          <pc:docMk/>
          <pc:sldMk cId="1006958756" sldId="326"/>
        </pc:sldMkLst>
        <pc:spChg chg="mod">
          <ac:chgData name="Jafet Baca" userId="e9aa8a7d9ee7777b" providerId="LiveId" clId="{891FC043-2C73-4761-9DD1-747827663B49}" dt="2025-11-07T14:23:52.636" v="17376" actId="20577"/>
          <ac:spMkLst>
            <pc:docMk/>
            <pc:sldMk cId="1006958756" sldId="326"/>
            <ac:spMk id="2" creationId="{456D983C-D621-8EC9-1FE9-68D9BEEB2FAF}"/>
          </ac:spMkLst>
        </pc:spChg>
        <pc:spChg chg="mod">
          <ac:chgData name="Jafet Baca" userId="e9aa8a7d9ee7777b" providerId="LiveId" clId="{891FC043-2C73-4761-9DD1-747827663B49}" dt="2025-11-06T18:32:26.223" v="16318"/>
          <ac:spMkLst>
            <pc:docMk/>
            <pc:sldMk cId="1006958756" sldId="326"/>
            <ac:spMk id="3" creationId="{199C1D11-52F3-6042-9076-CE8CD1814BBE}"/>
          </ac:spMkLst>
        </pc:spChg>
      </pc:sldChg>
      <pc:sldChg chg="addSp delSp modSp new mod">
        <pc:chgData name="Jafet Baca" userId="e9aa8a7d9ee7777b" providerId="LiveId" clId="{891FC043-2C73-4761-9DD1-747827663B49}" dt="2025-11-06T19:02:38.711" v="17245" actId="14100"/>
        <pc:sldMkLst>
          <pc:docMk/>
          <pc:sldMk cId="3390565517" sldId="327"/>
        </pc:sldMkLst>
        <pc:spChg chg="del">
          <ac:chgData name="Jafet Baca" userId="e9aa8a7d9ee7777b" providerId="LiveId" clId="{891FC043-2C73-4761-9DD1-747827663B49}" dt="2025-11-06T18:57:58.350" v="17115" actId="478"/>
          <ac:spMkLst>
            <pc:docMk/>
            <pc:sldMk cId="3390565517" sldId="327"/>
            <ac:spMk id="2" creationId="{E6DD37B6-55D4-40DE-76A5-59B6E1338E24}"/>
          </ac:spMkLst>
        </pc:spChg>
        <pc:spChg chg="mod">
          <ac:chgData name="Jafet Baca" userId="e9aa8a7d9ee7777b" providerId="LiveId" clId="{891FC043-2C73-4761-9DD1-747827663B49}" dt="2025-11-06T18:57:35.433" v="17114" actId="20577"/>
          <ac:spMkLst>
            <pc:docMk/>
            <pc:sldMk cId="3390565517" sldId="327"/>
            <ac:spMk id="3" creationId="{6131C5DE-6BB0-EBA2-C085-E00FE892D0D8}"/>
          </ac:spMkLst>
        </pc:spChg>
        <pc:graphicFrameChg chg="add mod modGraphic">
          <ac:chgData name="Jafet Baca" userId="e9aa8a7d9ee7777b" providerId="LiveId" clId="{891FC043-2C73-4761-9DD1-747827663B49}" dt="2025-11-06T19:02:38.711" v="17245" actId="14100"/>
          <ac:graphicFrameMkLst>
            <pc:docMk/>
            <pc:sldMk cId="3390565517" sldId="327"/>
            <ac:graphicFrameMk id="4" creationId="{CF8E113B-A9BD-A865-A658-825700EB81AD}"/>
          </ac:graphicFrameMkLst>
        </pc:graphicFrameChg>
      </pc:sldChg>
      <pc:sldChg chg="modSp add mod">
        <pc:chgData name="Jafet Baca" userId="e9aa8a7d9ee7777b" providerId="LiveId" clId="{891FC043-2C73-4761-9DD1-747827663B49}" dt="2025-11-07T16:00:55.282" v="17446" actId="20577"/>
        <pc:sldMkLst>
          <pc:docMk/>
          <pc:sldMk cId="1752635902" sldId="328"/>
        </pc:sldMkLst>
        <pc:spChg chg="mod">
          <ac:chgData name="Jafet Baca" userId="e9aa8a7d9ee7777b" providerId="LiveId" clId="{891FC043-2C73-4761-9DD1-747827663B49}" dt="2025-11-06T18:40:45.616" v="16501" actId="20577"/>
          <ac:spMkLst>
            <pc:docMk/>
            <pc:sldMk cId="1752635902" sldId="328"/>
            <ac:spMk id="3" creationId="{C7C74B35-EC7D-D926-6B5C-3EB39C5AB554}"/>
          </ac:spMkLst>
        </pc:spChg>
        <pc:spChg chg="mod">
          <ac:chgData name="Jafet Baca" userId="e9aa8a7d9ee7777b" providerId="LiveId" clId="{891FC043-2C73-4761-9DD1-747827663B49}" dt="2025-11-07T16:00:55.282" v="17446" actId="20577"/>
          <ac:spMkLst>
            <pc:docMk/>
            <pc:sldMk cId="1752635902" sldId="328"/>
            <ac:spMk id="4" creationId="{DBAD3C39-AB1C-D732-20E7-CC8B1A7B84B3}"/>
          </ac:spMkLst>
        </pc:spChg>
        <pc:spChg chg="mod">
          <ac:chgData name="Jafet Baca" userId="e9aa8a7d9ee7777b" providerId="LiveId" clId="{891FC043-2C73-4761-9DD1-747827663B49}" dt="2025-11-07T16:00:49.799" v="17434" actId="20577"/>
          <ac:spMkLst>
            <pc:docMk/>
            <pc:sldMk cId="1752635902" sldId="328"/>
            <ac:spMk id="5" creationId="{81867A2D-B613-CE20-EE95-5CE4CEE6E3C3}"/>
          </ac:spMkLst>
        </pc:spChg>
      </pc:sldChg>
      <pc:sldChg chg="modSp add mod">
        <pc:chgData name="Jafet Baca" userId="e9aa8a7d9ee7777b" providerId="LiveId" clId="{891FC043-2C73-4761-9DD1-747827663B49}" dt="2025-11-07T16:00:28.316" v="17432" actId="20577"/>
        <pc:sldMkLst>
          <pc:docMk/>
          <pc:sldMk cId="3468513338" sldId="329"/>
        </pc:sldMkLst>
        <pc:spChg chg="mod">
          <ac:chgData name="Jafet Baca" userId="e9aa8a7d9ee7777b" providerId="LiveId" clId="{891FC043-2C73-4761-9DD1-747827663B49}" dt="2025-11-06T18:45:18.912" v="16617" actId="20577"/>
          <ac:spMkLst>
            <pc:docMk/>
            <pc:sldMk cId="3468513338" sldId="329"/>
            <ac:spMk id="3" creationId="{03790415-0151-4694-5F22-ED22281C50D2}"/>
          </ac:spMkLst>
        </pc:spChg>
        <pc:spChg chg="mod">
          <ac:chgData name="Jafet Baca" userId="e9aa8a7d9ee7777b" providerId="LiveId" clId="{891FC043-2C73-4761-9DD1-747827663B49}" dt="2025-11-06T18:46:51.570" v="16865" actId="20577"/>
          <ac:spMkLst>
            <pc:docMk/>
            <pc:sldMk cId="3468513338" sldId="329"/>
            <ac:spMk id="4" creationId="{E846E2BF-0DAE-69E5-BED4-078C89357371}"/>
          </ac:spMkLst>
        </pc:spChg>
        <pc:spChg chg="mod">
          <ac:chgData name="Jafet Baca" userId="e9aa8a7d9ee7777b" providerId="LiveId" clId="{891FC043-2C73-4761-9DD1-747827663B49}" dt="2025-11-07T16:00:28.316" v="17432" actId="20577"/>
          <ac:spMkLst>
            <pc:docMk/>
            <pc:sldMk cId="3468513338" sldId="329"/>
            <ac:spMk id="5" creationId="{9C0B8468-C444-4319-7B6F-0D13C1A16D83}"/>
          </ac:spMkLst>
        </pc:spChg>
      </pc:sldChg>
      <pc:sldChg chg="modSp add mod">
        <pc:chgData name="Jafet Baca" userId="e9aa8a7d9ee7777b" providerId="LiveId" clId="{891FC043-2C73-4761-9DD1-747827663B49}" dt="2025-11-07T16:09:57.059" v="17506" actId="20577"/>
        <pc:sldMkLst>
          <pc:docMk/>
          <pc:sldMk cId="737569914" sldId="330"/>
        </pc:sldMkLst>
        <pc:spChg chg="mod">
          <ac:chgData name="Jafet Baca" userId="e9aa8a7d9ee7777b" providerId="LiveId" clId="{891FC043-2C73-4761-9DD1-747827663B49}" dt="2025-11-06T18:49:14.037" v="16892" actId="20577"/>
          <ac:spMkLst>
            <pc:docMk/>
            <pc:sldMk cId="737569914" sldId="330"/>
            <ac:spMk id="3" creationId="{10ED8B11-9E1A-3C74-D985-9B65CB541476}"/>
          </ac:spMkLst>
        </pc:spChg>
        <pc:spChg chg="mod">
          <ac:chgData name="Jafet Baca" userId="e9aa8a7d9ee7777b" providerId="LiveId" clId="{891FC043-2C73-4761-9DD1-747827663B49}" dt="2025-11-06T18:50:13.780" v="16991" actId="20577"/>
          <ac:spMkLst>
            <pc:docMk/>
            <pc:sldMk cId="737569914" sldId="330"/>
            <ac:spMk id="4" creationId="{046B495D-7E79-A543-E9A8-8039F773D454}"/>
          </ac:spMkLst>
        </pc:spChg>
        <pc:spChg chg="mod">
          <ac:chgData name="Jafet Baca" userId="e9aa8a7d9ee7777b" providerId="LiveId" clId="{891FC043-2C73-4761-9DD1-747827663B49}" dt="2025-11-07T16:09:57.059" v="17506" actId="20577"/>
          <ac:spMkLst>
            <pc:docMk/>
            <pc:sldMk cId="737569914" sldId="330"/>
            <ac:spMk id="5" creationId="{503CE705-610E-CF03-280E-C94F3852F3D9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3F55F3-993C-4007-A22F-03F39271942B}" type="doc">
      <dgm:prSet loTypeId="urn:diagrams.loki3.com/Bracke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23AC00F-4678-40C4-87F4-764BBE560724}">
      <dgm:prSet phldrT="[Text]"/>
      <dgm:spPr/>
      <dgm:t>
        <a:bodyPr/>
        <a:lstStyle/>
        <a:p>
          <a:r>
            <a:rPr lang="en-US" dirty="0"/>
            <a:t>One-sample 𝑡-test</a:t>
          </a:r>
        </a:p>
      </dgm:t>
    </dgm:pt>
    <dgm:pt modelId="{D0311D18-7E2D-47FF-A3D7-27F0C7B9C16E}" type="parTrans" cxnId="{E34690A9-BF1C-452C-8F25-B9CC4719E6E2}">
      <dgm:prSet/>
      <dgm:spPr/>
      <dgm:t>
        <a:bodyPr/>
        <a:lstStyle/>
        <a:p>
          <a:endParaRPr lang="en-US"/>
        </a:p>
      </dgm:t>
    </dgm:pt>
    <dgm:pt modelId="{905B468B-48A9-41E3-9397-CC36A00BD54D}" type="sibTrans" cxnId="{E34690A9-BF1C-452C-8F25-B9CC4719E6E2}">
      <dgm:prSet/>
      <dgm:spPr/>
      <dgm:t>
        <a:bodyPr/>
        <a:lstStyle/>
        <a:p>
          <a:endParaRPr lang="en-US"/>
        </a:p>
      </dgm:t>
    </dgm:pt>
    <dgm:pt modelId="{DCD42C3C-8675-4C8F-988A-A191CE505C2A}">
      <dgm:prSet phldrT="[Text]"/>
      <dgm:spPr/>
      <dgm:t>
        <a:bodyPr/>
        <a:lstStyle/>
        <a:p>
          <a:r>
            <a:rPr lang="en-US" dirty="0"/>
            <a:t>Compares one group's mean to a known value. (e.g., Avg. hours vs. 40)</a:t>
          </a:r>
        </a:p>
      </dgm:t>
    </dgm:pt>
    <dgm:pt modelId="{017E9AE8-BDC4-4678-A787-CF43022DBF16}" type="parTrans" cxnId="{849F00FD-1DBA-48CA-8066-81E1E591378D}">
      <dgm:prSet/>
      <dgm:spPr/>
      <dgm:t>
        <a:bodyPr/>
        <a:lstStyle/>
        <a:p>
          <a:endParaRPr lang="en-US"/>
        </a:p>
      </dgm:t>
    </dgm:pt>
    <dgm:pt modelId="{AB0D2314-C4AC-4562-B123-014AF563468B}" type="sibTrans" cxnId="{849F00FD-1DBA-48CA-8066-81E1E591378D}">
      <dgm:prSet/>
      <dgm:spPr/>
      <dgm:t>
        <a:bodyPr/>
        <a:lstStyle/>
        <a:p>
          <a:endParaRPr lang="en-US"/>
        </a:p>
      </dgm:t>
    </dgm:pt>
    <dgm:pt modelId="{8D8B7032-6FF5-47F1-AEAB-9B0CC5F2CA6F}">
      <dgm:prSet phldrT="[Text]"/>
      <dgm:spPr/>
      <dgm:t>
        <a:bodyPr/>
        <a:lstStyle/>
        <a:p>
          <a:r>
            <a:rPr lang="en-US" dirty="0"/>
            <a:t>Two-sample 𝑡-test</a:t>
          </a:r>
        </a:p>
      </dgm:t>
    </dgm:pt>
    <dgm:pt modelId="{814DCB98-54B7-4C68-A7A0-411CF2785479}" type="parTrans" cxnId="{00EBA344-1F92-46C0-883A-3F924DDB9357}">
      <dgm:prSet/>
      <dgm:spPr/>
      <dgm:t>
        <a:bodyPr/>
        <a:lstStyle/>
        <a:p>
          <a:endParaRPr lang="en-US"/>
        </a:p>
      </dgm:t>
    </dgm:pt>
    <dgm:pt modelId="{A91F7021-C955-4914-BEBF-C7C5D7A0A70D}" type="sibTrans" cxnId="{00EBA344-1F92-46C0-883A-3F924DDB9357}">
      <dgm:prSet/>
      <dgm:spPr/>
      <dgm:t>
        <a:bodyPr/>
        <a:lstStyle/>
        <a:p>
          <a:endParaRPr lang="en-US"/>
        </a:p>
      </dgm:t>
    </dgm:pt>
    <dgm:pt modelId="{71E1B783-58C5-467A-AFBB-213CAF4B18BA}">
      <dgm:prSet phldrT="[Text]"/>
      <dgm:spPr/>
      <dgm:t>
        <a:bodyPr/>
        <a:lstStyle/>
        <a:p>
          <a:r>
            <a:rPr lang="en-US" dirty="0"/>
            <a:t>Compares two groups' means to each other. (e.g., Male vs. Female avg.)</a:t>
          </a:r>
        </a:p>
      </dgm:t>
    </dgm:pt>
    <dgm:pt modelId="{5FBD7B25-49E1-4C9E-81CB-7C6EE525CCC4}" type="parTrans" cxnId="{C627CE5A-8C06-42A6-A366-CB23F8565C63}">
      <dgm:prSet/>
      <dgm:spPr/>
      <dgm:t>
        <a:bodyPr/>
        <a:lstStyle/>
        <a:p>
          <a:endParaRPr lang="en-US"/>
        </a:p>
      </dgm:t>
    </dgm:pt>
    <dgm:pt modelId="{7003B24F-4969-4D34-AE7C-A3BA3134017E}" type="sibTrans" cxnId="{C627CE5A-8C06-42A6-A366-CB23F8565C63}">
      <dgm:prSet/>
      <dgm:spPr/>
      <dgm:t>
        <a:bodyPr/>
        <a:lstStyle/>
        <a:p>
          <a:endParaRPr lang="en-US"/>
        </a:p>
      </dgm:t>
    </dgm:pt>
    <dgm:pt modelId="{6291386D-04BD-469C-A579-E0304D4A6BDB}">
      <dgm:prSet phldrT="[Text]"/>
      <dgm:spPr/>
      <dgm:t>
        <a:bodyPr/>
        <a:lstStyle/>
        <a:p>
          <a:r>
            <a:rPr lang="en-US" dirty="0"/>
            <a:t>Two-sample proportions test</a:t>
          </a:r>
        </a:p>
      </dgm:t>
    </dgm:pt>
    <dgm:pt modelId="{7B4C29BF-BC33-4E36-82B7-6A7B201CEB3B}" type="parTrans" cxnId="{53AA12E6-9FF1-4AE9-B92C-3C0097FBC0AA}">
      <dgm:prSet/>
      <dgm:spPr/>
      <dgm:t>
        <a:bodyPr/>
        <a:lstStyle/>
        <a:p>
          <a:endParaRPr lang="en-US"/>
        </a:p>
      </dgm:t>
    </dgm:pt>
    <dgm:pt modelId="{C8A66E1E-16B4-4C10-AF92-D445371D9A89}" type="sibTrans" cxnId="{53AA12E6-9FF1-4AE9-B92C-3C0097FBC0AA}">
      <dgm:prSet/>
      <dgm:spPr/>
      <dgm:t>
        <a:bodyPr/>
        <a:lstStyle/>
        <a:p>
          <a:endParaRPr lang="en-US"/>
        </a:p>
      </dgm:t>
    </dgm:pt>
    <dgm:pt modelId="{CA30C5DC-CEEF-4FD6-9D11-1CC680A6458D}">
      <dgm:prSet phldrT="[Text]"/>
      <dgm:spPr/>
      <dgm:t>
        <a:bodyPr/>
        <a:lstStyle/>
        <a:p>
          <a:r>
            <a:rPr lang="en-US" dirty="0"/>
            <a:t>Compares two groups' proportions. (e.g., Male vs. Female "overworked" %)</a:t>
          </a:r>
        </a:p>
      </dgm:t>
    </dgm:pt>
    <dgm:pt modelId="{72E9954B-4634-4C1C-8BE3-04F13C2E3EB1}" type="parTrans" cxnId="{8084B868-EC3D-413D-A539-0B1B1A0642ED}">
      <dgm:prSet/>
      <dgm:spPr/>
      <dgm:t>
        <a:bodyPr/>
        <a:lstStyle/>
        <a:p>
          <a:endParaRPr lang="en-US"/>
        </a:p>
      </dgm:t>
    </dgm:pt>
    <dgm:pt modelId="{3EA8750F-C2BA-44AD-A0F9-2E48F0F3CE5D}" type="sibTrans" cxnId="{8084B868-EC3D-413D-A539-0B1B1A0642ED}">
      <dgm:prSet/>
      <dgm:spPr/>
      <dgm:t>
        <a:bodyPr/>
        <a:lstStyle/>
        <a:p>
          <a:endParaRPr lang="en-US"/>
        </a:p>
      </dgm:t>
    </dgm:pt>
    <dgm:pt modelId="{67A92418-C4AC-404D-850B-F4C9C4878CE1}">
      <dgm:prSet phldrT="[Text]"/>
      <dgm:spPr/>
      <dgm:t>
        <a:bodyPr/>
        <a:lstStyle/>
        <a:p>
          <a:r>
            <a:rPr lang="en-US"/>
            <a:t>Chi-squared</a:t>
          </a:r>
          <a:endParaRPr lang="en-US" dirty="0"/>
        </a:p>
      </dgm:t>
    </dgm:pt>
    <dgm:pt modelId="{44D2A866-3031-4DAF-8099-24965B310CBC}" type="parTrans" cxnId="{6DFF3240-21C5-449D-8666-CF61276287FE}">
      <dgm:prSet/>
      <dgm:spPr/>
      <dgm:t>
        <a:bodyPr/>
        <a:lstStyle/>
        <a:p>
          <a:endParaRPr lang="en-US"/>
        </a:p>
      </dgm:t>
    </dgm:pt>
    <dgm:pt modelId="{0A593E1A-391F-4B2B-9356-46762E3E6C55}" type="sibTrans" cxnId="{6DFF3240-21C5-449D-8666-CF61276287FE}">
      <dgm:prSet/>
      <dgm:spPr/>
      <dgm:t>
        <a:bodyPr/>
        <a:lstStyle/>
        <a:p>
          <a:endParaRPr lang="en-US"/>
        </a:p>
      </dgm:t>
    </dgm:pt>
    <dgm:pt modelId="{38587EEB-2C17-4AE9-B5EB-75A4C3486806}">
      <dgm:prSet phldrT="[Text]"/>
      <dgm:spPr/>
      <dgm:t>
        <a:bodyPr/>
        <a:lstStyle/>
        <a:p>
          <a:r>
            <a:rPr lang="en-US" dirty="0"/>
            <a:t>Compares proportions across *more than two* groups. (e.g., "Overworked" % by Region)</a:t>
          </a:r>
        </a:p>
      </dgm:t>
    </dgm:pt>
    <dgm:pt modelId="{131A5D77-42FB-4E2C-B5EE-7E6FA5E036F0}" type="parTrans" cxnId="{FEE2D4FE-8F54-4F52-BAFA-897F0873FAC6}">
      <dgm:prSet/>
      <dgm:spPr/>
      <dgm:t>
        <a:bodyPr/>
        <a:lstStyle/>
        <a:p>
          <a:endParaRPr lang="en-US"/>
        </a:p>
      </dgm:t>
    </dgm:pt>
    <dgm:pt modelId="{52AE507A-6023-4FB8-8502-B7F6D5BAAA52}" type="sibTrans" cxnId="{FEE2D4FE-8F54-4F52-BAFA-897F0873FAC6}">
      <dgm:prSet/>
      <dgm:spPr/>
      <dgm:t>
        <a:bodyPr/>
        <a:lstStyle/>
        <a:p>
          <a:endParaRPr lang="en-US"/>
        </a:p>
      </dgm:t>
    </dgm:pt>
    <dgm:pt modelId="{C3EEFE8E-02F3-4304-AC88-614FC1375320}" type="pres">
      <dgm:prSet presAssocID="{573F55F3-993C-4007-A22F-03F39271942B}" presName="Name0" presStyleCnt="0">
        <dgm:presLayoutVars>
          <dgm:dir/>
          <dgm:animLvl val="lvl"/>
          <dgm:resizeHandles val="exact"/>
        </dgm:presLayoutVars>
      </dgm:prSet>
      <dgm:spPr/>
    </dgm:pt>
    <dgm:pt modelId="{81A225D1-9533-405B-8E8D-D4264306E52B}" type="pres">
      <dgm:prSet presAssocID="{023AC00F-4678-40C4-87F4-764BBE560724}" presName="linNode" presStyleCnt="0"/>
      <dgm:spPr/>
    </dgm:pt>
    <dgm:pt modelId="{F7A903BE-0469-4431-9B30-901EEDB0D853}" type="pres">
      <dgm:prSet presAssocID="{023AC00F-4678-40C4-87F4-764BBE560724}" presName="parTx" presStyleLbl="revTx" presStyleIdx="0" presStyleCnt="4">
        <dgm:presLayoutVars>
          <dgm:chMax val="1"/>
          <dgm:bulletEnabled val="1"/>
        </dgm:presLayoutVars>
      </dgm:prSet>
      <dgm:spPr/>
    </dgm:pt>
    <dgm:pt modelId="{3CB5975C-69C2-449B-A1CB-B18A5E8A479E}" type="pres">
      <dgm:prSet presAssocID="{023AC00F-4678-40C4-87F4-764BBE560724}" presName="bracket" presStyleLbl="parChTrans1D1" presStyleIdx="0" presStyleCnt="4"/>
      <dgm:spPr/>
    </dgm:pt>
    <dgm:pt modelId="{8CA60C0A-29B5-4B41-A142-F839977115C1}" type="pres">
      <dgm:prSet presAssocID="{023AC00F-4678-40C4-87F4-764BBE560724}" presName="spH" presStyleCnt="0"/>
      <dgm:spPr/>
    </dgm:pt>
    <dgm:pt modelId="{868C48E9-CB94-4FB6-89B2-67F906D9DE0C}" type="pres">
      <dgm:prSet presAssocID="{023AC00F-4678-40C4-87F4-764BBE560724}" presName="desTx" presStyleLbl="node1" presStyleIdx="0" presStyleCnt="4">
        <dgm:presLayoutVars>
          <dgm:bulletEnabled val="1"/>
        </dgm:presLayoutVars>
      </dgm:prSet>
      <dgm:spPr/>
    </dgm:pt>
    <dgm:pt modelId="{7475F09C-2FF4-4AC3-8DE3-AD04C10E5451}" type="pres">
      <dgm:prSet presAssocID="{905B468B-48A9-41E3-9397-CC36A00BD54D}" presName="spV" presStyleCnt="0"/>
      <dgm:spPr/>
    </dgm:pt>
    <dgm:pt modelId="{29498EB1-B061-46C6-A932-F292006D2CB8}" type="pres">
      <dgm:prSet presAssocID="{8D8B7032-6FF5-47F1-AEAB-9B0CC5F2CA6F}" presName="linNode" presStyleCnt="0"/>
      <dgm:spPr/>
    </dgm:pt>
    <dgm:pt modelId="{AE012D40-C2A6-4D06-BF31-8F3D72BEABE2}" type="pres">
      <dgm:prSet presAssocID="{8D8B7032-6FF5-47F1-AEAB-9B0CC5F2CA6F}" presName="parTx" presStyleLbl="revTx" presStyleIdx="1" presStyleCnt="4">
        <dgm:presLayoutVars>
          <dgm:chMax val="1"/>
          <dgm:bulletEnabled val="1"/>
        </dgm:presLayoutVars>
      </dgm:prSet>
      <dgm:spPr/>
    </dgm:pt>
    <dgm:pt modelId="{4BD3BB43-FE01-40E0-BFCF-C60BAF5E35C7}" type="pres">
      <dgm:prSet presAssocID="{8D8B7032-6FF5-47F1-AEAB-9B0CC5F2CA6F}" presName="bracket" presStyleLbl="parChTrans1D1" presStyleIdx="1" presStyleCnt="4"/>
      <dgm:spPr/>
    </dgm:pt>
    <dgm:pt modelId="{1ACBEFA2-CE05-454D-A6A7-CC67B743375D}" type="pres">
      <dgm:prSet presAssocID="{8D8B7032-6FF5-47F1-AEAB-9B0CC5F2CA6F}" presName="spH" presStyleCnt="0"/>
      <dgm:spPr/>
    </dgm:pt>
    <dgm:pt modelId="{44ACE62A-D4B8-4B90-99A0-638C98575A02}" type="pres">
      <dgm:prSet presAssocID="{8D8B7032-6FF5-47F1-AEAB-9B0CC5F2CA6F}" presName="desTx" presStyleLbl="node1" presStyleIdx="1" presStyleCnt="4">
        <dgm:presLayoutVars>
          <dgm:bulletEnabled val="1"/>
        </dgm:presLayoutVars>
      </dgm:prSet>
      <dgm:spPr/>
    </dgm:pt>
    <dgm:pt modelId="{22416A10-92A2-4837-871D-25DAA3DC5490}" type="pres">
      <dgm:prSet presAssocID="{A91F7021-C955-4914-BEBF-C7C5D7A0A70D}" presName="spV" presStyleCnt="0"/>
      <dgm:spPr/>
    </dgm:pt>
    <dgm:pt modelId="{C9B79C91-A23F-4E3B-8588-2E53A665F25C}" type="pres">
      <dgm:prSet presAssocID="{6291386D-04BD-469C-A579-E0304D4A6BDB}" presName="linNode" presStyleCnt="0"/>
      <dgm:spPr/>
    </dgm:pt>
    <dgm:pt modelId="{BA02F679-2009-4755-B57A-3A0DD1240540}" type="pres">
      <dgm:prSet presAssocID="{6291386D-04BD-469C-A579-E0304D4A6BDB}" presName="parTx" presStyleLbl="revTx" presStyleIdx="2" presStyleCnt="4">
        <dgm:presLayoutVars>
          <dgm:chMax val="1"/>
          <dgm:bulletEnabled val="1"/>
        </dgm:presLayoutVars>
      </dgm:prSet>
      <dgm:spPr/>
    </dgm:pt>
    <dgm:pt modelId="{EC985A49-C02F-4244-9087-73E4BD28C5AE}" type="pres">
      <dgm:prSet presAssocID="{6291386D-04BD-469C-A579-E0304D4A6BDB}" presName="bracket" presStyleLbl="parChTrans1D1" presStyleIdx="2" presStyleCnt="4"/>
      <dgm:spPr/>
    </dgm:pt>
    <dgm:pt modelId="{AADF9DA7-59D4-4469-996F-0C3F3DBEBE33}" type="pres">
      <dgm:prSet presAssocID="{6291386D-04BD-469C-A579-E0304D4A6BDB}" presName="spH" presStyleCnt="0"/>
      <dgm:spPr/>
    </dgm:pt>
    <dgm:pt modelId="{AC2FFFE0-9B7E-4004-83FF-E014A73C5DB0}" type="pres">
      <dgm:prSet presAssocID="{6291386D-04BD-469C-A579-E0304D4A6BDB}" presName="desTx" presStyleLbl="node1" presStyleIdx="2" presStyleCnt="4">
        <dgm:presLayoutVars>
          <dgm:bulletEnabled val="1"/>
        </dgm:presLayoutVars>
      </dgm:prSet>
      <dgm:spPr/>
    </dgm:pt>
    <dgm:pt modelId="{5C841344-80FF-4DF3-BD1F-45605450EC3F}" type="pres">
      <dgm:prSet presAssocID="{C8A66E1E-16B4-4C10-AF92-D445371D9A89}" presName="spV" presStyleCnt="0"/>
      <dgm:spPr/>
    </dgm:pt>
    <dgm:pt modelId="{0E3B334B-DA39-4FB9-B8A5-F72E3412B7B3}" type="pres">
      <dgm:prSet presAssocID="{67A92418-C4AC-404D-850B-F4C9C4878CE1}" presName="linNode" presStyleCnt="0"/>
      <dgm:spPr/>
    </dgm:pt>
    <dgm:pt modelId="{E1138ACB-18C9-4BCD-93ED-45163EA88C4C}" type="pres">
      <dgm:prSet presAssocID="{67A92418-C4AC-404D-850B-F4C9C4878CE1}" presName="parTx" presStyleLbl="revTx" presStyleIdx="3" presStyleCnt="4">
        <dgm:presLayoutVars>
          <dgm:chMax val="1"/>
          <dgm:bulletEnabled val="1"/>
        </dgm:presLayoutVars>
      </dgm:prSet>
      <dgm:spPr/>
    </dgm:pt>
    <dgm:pt modelId="{8779B60F-CACB-46CD-863D-577471658D9C}" type="pres">
      <dgm:prSet presAssocID="{67A92418-C4AC-404D-850B-F4C9C4878CE1}" presName="bracket" presStyleLbl="parChTrans1D1" presStyleIdx="3" presStyleCnt="4"/>
      <dgm:spPr/>
    </dgm:pt>
    <dgm:pt modelId="{5DF7370A-5698-433F-85D3-A0AC6A368561}" type="pres">
      <dgm:prSet presAssocID="{67A92418-C4AC-404D-850B-F4C9C4878CE1}" presName="spH" presStyleCnt="0"/>
      <dgm:spPr/>
    </dgm:pt>
    <dgm:pt modelId="{CEF68930-C9A5-431C-9FD5-607AB02D01C8}" type="pres">
      <dgm:prSet presAssocID="{67A92418-C4AC-404D-850B-F4C9C4878CE1}" presName="desTx" presStyleLbl="node1" presStyleIdx="3" presStyleCnt="4">
        <dgm:presLayoutVars>
          <dgm:bulletEnabled val="1"/>
        </dgm:presLayoutVars>
      </dgm:prSet>
      <dgm:spPr/>
    </dgm:pt>
  </dgm:ptLst>
  <dgm:cxnLst>
    <dgm:cxn modelId="{15F79A17-DE26-4874-9318-C4FD9BAE4C13}" type="presOf" srcId="{71E1B783-58C5-467A-AFBB-213CAF4B18BA}" destId="{44ACE62A-D4B8-4B90-99A0-638C98575A02}" srcOrd="0" destOrd="0" presId="urn:diagrams.loki3.com/BracketList"/>
    <dgm:cxn modelId="{6DFF3240-21C5-449D-8666-CF61276287FE}" srcId="{573F55F3-993C-4007-A22F-03F39271942B}" destId="{67A92418-C4AC-404D-850B-F4C9C4878CE1}" srcOrd="3" destOrd="0" parTransId="{44D2A866-3031-4DAF-8099-24965B310CBC}" sibTransId="{0A593E1A-391F-4B2B-9356-46762E3E6C55}"/>
    <dgm:cxn modelId="{86C8F241-0F96-47C5-9BDF-F3F27D1DBBCF}" type="presOf" srcId="{573F55F3-993C-4007-A22F-03F39271942B}" destId="{C3EEFE8E-02F3-4304-AC88-614FC1375320}" srcOrd="0" destOrd="0" presId="urn:diagrams.loki3.com/BracketList"/>
    <dgm:cxn modelId="{00EBA344-1F92-46C0-883A-3F924DDB9357}" srcId="{573F55F3-993C-4007-A22F-03F39271942B}" destId="{8D8B7032-6FF5-47F1-AEAB-9B0CC5F2CA6F}" srcOrd="1" destOrd="0" parTransId="{814DCB98-54B7-4C68-A7A0-411CF2785479}" sibTransId="{A91F7021-C955-4914-BEBF-C7C5D7A0A70D}"/>
    <dgm:cxn modelId="{8084B868-EC3D-413D-A539-0B1B1A0642ED}" srcId="{6291386D-04BD-469C-A579-E0304D4A6BDB}" destId="{CA30C5DC-CEEF-4FD6-9D11-1CC680A6458D}" srcOrd="0" destOrd="0" parTransId="{72E9954B-4634-4C1C-8BE3-04F13C2E3EB1}" sibTransId="{3EA8750F-C2BA-44AD-A0F9-2E48F0F3CE5D}"/>
    <dgm:cxn modelId="{DE92AF4C-26E4-473A-8EB8-B7C3C8E8135D}" type="presOf" srcId="{CA30C5DC-CEEF-4FD6-9D11-1CC680A6458D}" destId="{AC2FFFE0-9B7E-4004-83FF-E014A73C5DB0}" srcOrd="0" destOrd="0" presId="urn:diagrams.loki3.com/BracketList"/>
    <dgm:cxn modelId="{16160251-6E81-4BE2-A397-6E99B3860098}" type="presOf" srcId="{DCD42C3C-8675-4C8F-988A-A191CE505C2A}" destId="{868C48E9-CB94-4FB6-89B2-67F906D9DE0C}" srcOrd="0" destOrd="0" presId="urn:diagrams.loki3.com/BracketList"/>
    <dgm:cxn modelId="{7E0F3779-C92D-47A7-AED7-987E9BF33EC3}" type="presOf" srcId="{8D8B7032-6FF5-47F1-AEAB-9B0CC5F2CA6F}" destId="{AE012D40-C2A6-4D06-BF31-8F3D72BEABE2}" srcOrd="0" destOrd="0" presId="urn:diagrams.loki3.com/BracketList"/>
    <dgm:cxn modelId="{C627CE5A-8C06-42A6-A366-CB23F8565C63}" srcId="{8D8B7032-6FF5-47F1-AEAB-9B0CC5F2CA6F}" destId="{71E1B783-58C5-467A-AFBB-213CAF4B18BA}" srcOrd="0" destOrd="0" parTransId="{5FBD7B25-49E1-4C9E-81CB-7C6EE525CCC4}" sibTransId="{7003B24F-4969-4D34-AE7C-A3BA3134017E}"/>
    <dgm:cxn modelId="{20359C83-BCF3-4EA0-9C41-E590E6059719}" type="presOf" srcId="{023AC00F-4678-40C4-87F4-764BBE560724}" destId="{F7A903BE-0469-4431-9B30-901EEDB0D853}" srcOrd="0" destOrd="0" presId="urn:diagrams.loki3.com/BracketList"/>
    <dgm:cxn modelId="{EDC39B85-73A8-46AC-A895-E4FB61BC10FF}" type="presOf" srcId="{67A92418-C4AC-404D-850B-F4C9C4878CE1}" destId="{E1138ACB-18C9-4BCD-93ED-45163EA88C4C}" srcOrd="0" destOrd="0" presId="urn:diagrams.loki3.com/BracketList"/>
    <dgm:cxn modelId="{5BC6AD89-A1A5-49EE-BA4A-15691CD07D2A}" type="presOf" srcId="{38587EEB-2C17-4AE9-B5EB-75A4C3486806}" destId="{CEF68930-C9A5-431C-9FD5-607AB02D01C8}" srcOrd="0" destOrd="0" presId="urn:diagrams.loki3.com/BracketList"/>
    <dgm:cxn modelId="{E34690A9-BF1C-452C-8F25-B9CC4719E6E2}" srcId="{573F55F3-993C-4007-A22F-03F39271942B}" destId="{023AC00F-4678-40C4-87F4-764BBE560724}" srcOrd="0" destOrd="0" parTransId="{D0311D18-7E2D-47FF-A3D7-27F0C7B9C16E}" sibTransId="{905B468B-48A9-41E3-9397-CC36A00BD54D}"/>
    <dgm:cxn modelId="{A023B5B7-9C8D-4AE9-8614-E7B2A4CCFABB}" type="presOf" srcId="{6291386D-04BD-469C-A579-E0304D4A6BDB}" destId="{BA02F679-2009-4755-B57A-3A0DD1240540}" srcOrd="0" destOrd="0" presId="urn:diagrams.loki3.com/BracketList"/>
    <dgm:cxn modelId="{53AA12E6-9FF1-4AE9-B92C-3C0097FBC0AA}" srcId="{573F55F3-993C-4007-A22F-03F39271942B}" destId="{6291386D-04BD-469C-A579-E0304D4A6BDB}" srcOrd="2" destOrd="0" parTransId="{7B4C29BF-BC33-4E36-82B7-6A7B201CEB3B}" sibTransId="{C8A66E1E-16B4-4C10-AF92-D445371D9A89}"/>
    <dgm:cxn modelId="{849F00FD-1DBA-48CA-8066-81E1E591378D}" srcId="{023AC00F-4678-40C4-87F4-764BBE560724}" destId="{DCD42C3C-8675-4C8F-988A-A191CE505C2A}" srcOrd="0" destOrd="0" parTransId="{017E9AE8-BDC4-4678-A787-CF43022DBF16}" sibTransId="{AB0D2314-C4AC-4562-B123-014AF563468B}"/>
    <dgm:cxn modelId="{FEE2D4FE-8F54-4F52-BAFA-897F0873FAC6}" srcId="{67A92418-C4AC-404D-850B-F4C9C4878CE1}" destId="{38587EEB-2C17-4AE9-B5EB-75A4C3486806}" srcOrd="0" destOrd="0" parTransId="{131A5D77-42FB-4E2C-B5EE-7E6FA5E036F0}" sibTransId="{52AE507A-6023-4FB8-8502-B7F6D5BAAA52}"/>
    <dgm:cxn modelId="{D8759895-A1FE-4971-B400-262E3AB141CC}" type="presParOf" srcId="{C3EEFE8E-02F3-4304-AC88-614FC1375320}" destId="{81A225D1-9533-405B-8E8D-D4264306E52B}" srcOrd="0" destOrd="0" presId="urn:diagrams.loki3.com/BracketList"/>
    <dgm:cxn modelId="{AD9DA5B0-3E08-4E08-90A3-11F35B96C695}" type="presParOf" srcId="{81A225D1-9533-405B-8E8D-D4264306E52B}" destId="{F7A903BE-0469-4431-9B30-901EEDB0D853}" srcOrd="0" destOrd="0" presId="urn:diagrams.loki3.com/BracketList"/>
    <dgm:cxn modelId="{610D21B3-02BB-4AEB-9FFF-475D3D7A754F}" type="presParOf" srcId="{81A225D1-9533-405B-8E8D-D4264306E52B}" destId="{3CB5975C-69C2-449B-A1CB-B18A5E8A479E}" srcOrd="1" destOrd="0" presId="urn:diagrams.loki3.com/BracketList"/>
    <dgm:cxn modelId="{3C8F8B29-30B7-406E-A72F-520FCFADBE19}" type="presParOf" srcId="{81A225D1-9533-405B-8E8D-D4264306E52B}" destId="{8CA60C0A-29B5-4B41-A142-F839977115C1}" srcOrd="2" destOrd="0" presId="urn:diagrams.loki3.com/BracketList"/>
    <dgm:cxn modelId="{EDC49C9F-82DB-4D58-94A3-6237D485D073}" type="presParOf" srcId="{81A225D1-9533-405B-8E8D-D4264306E52B}" destId="{868C48E9-CB94-4FB6-89B2-67F906D9DE0C}" srcOrd="3" destOrd="0" presId="urn:diagrams.loki3.com/BracketList"/>
    <dgm:cxn modelId="{6C78484B-D3B8-4EA8-818D-126304FA82C8}" type="presParOf" srcId="{C3EEFE8E-02F3-4304-AC88-614FC1375320}" destId="{7475F09C-2FF4-4AC3-8DE3-AD04C10E5451}" srcOrd="1" destOrd="0" presId="urn:diagrams.loki3.com/BracketList"/>
    <dgm:cxn modelId="{E2E4FE51-71E6-417F-9942-FB0F95CA69C8}" type="presParOf" srcId="{C3EEFE8E-02F3-4304-AC88-614FC1375320}" destId="{29498EB1-B061-46C6-A932-F292006D2CB8}" srcOrd="2" destOrd="0" presId="urn:diagrams.loki3.com/BracketList"/>
    <dgm:cxn modelId="{5DF73566-2DDE-4F99-8CED-86A3E293C120}" type="presParOf" srcId="{29498EB1-B061-46C6-A932-F292006D2CB8}" destId="{AE012D40-C2A6-4D06-BF31-8F3D72BEABE2}" srcOrd="0" destOrd="0" presId="urn:diagrams.loki3.com/BracketList"/>
    <dgm:cxn modelId="{1C0C3D17-3AF3-4A83-BDD7-255675DDB1B7}" type="presParOf" srcId="{29498EB1-B061-46C6-A932-F292006D2CB8}" destId="{4BD3BB43-FE01-40E0-BFCF-C60BAF5E35C7}" srcOrd="1" destOrd="0" presId="urn:diagrams.loki3.com/BracketList"/>
    <dgm:cxn modelId="{04983126-5248-4EE4-8340-42577CA4F49F}" type="presParOf" srcId="{29498EB1-B061-46C6-A932-F292006D2CB8}" destId="{1ACBEFA2-CE05-454D-A6A7-CC67B743375D}" srcOrd="2" destOrd="0" presId="urn:diagrams.loki3.com/BracketList"/>
    <dgm:cxn modelId="{EBF15468-4C82-40FE-B7C1-AB7A0F8C0719}" type="presParOf" srcId="{29498EB1-B061-46C6-A932-F292006D2CB8}" destId="{44ACE62A-D4B8-4B90-99A0-638C98575A02}" srcOrd="3" destOrd="0" presId="urn:diagrams.loki3.com/BracketList"/>
    <dgm:cxn modelId="{7C48C256-8FAD-4FF7-870C-D07753BD87A9}" type="presParOf" srcId="{C3EEFE8E-02F3-4304-AC88-614FC1375320}" destId="{22416A10-92A2-4837-871D-25DAA3DC5490}" srcOrd="3" destOrd="0" presId="urn:diagrams.loki3.com/BracketList"/>
    <dgm:cxn modelId="{7113154C-6F05-4DF1-BA86-50FA14FC1133}" type="presParOf" srcId="{C3EEFE8E-02F3-4304-AC88-614FC1375320}" destId="{C9B79C91-A23F-4E3B-8588-2E53A665F25C}" srcOrd="4" destOrd="0" presId="urn:diagrams.loki3.com/BracketList"/>
    <dgm:cxn modelId="{FCC733EE-C066-4415-BB49-9B41F07F9B87}" type="presParOf" srcId="{C9B79C91-A23F-4E3B-8588-2E53A665F25C}" destId="{BA02F679-2009-4755-B57A-3A0DD1240540}" srcOrd="0" destOrd="0" presId="urn:diagrams.loki3.com/BracketList"/>
    <dgm:cxn modelId="{741C7A80-A467-4B55-874E-F540223E6385}" type="presParOf" srcId="{C9B79C91-A23F-4E3B-8588-2E53A665F25C}" destId="{EC985A49-C02F-4244-9087-73E4BD28C5AE}" srcOrd="1" destOrd="0" presId="urn:diagrams.loki3.com/BracketList"/>
    <dgm:cxn modelId="{743A5E7C-B119-4220-BCAB-CEB94B991FE7}" type="presParOf" srcId="{C9B79C91-A23F-4E3B-8588-2E53A665F25C}" destId="{AADF9DA7-59D4-4469-996F-0C3F3DBEBE33}" srcOrd="2" destOrd="0" presId="urn:diagrams.loki3.com/BracketList"/>
    <dgm:cxn modelId="{496B6B81-4DA6-46A2-9FDE-C1803FFAD684}" type="presParOf" srcId="{C9B79C91-A23F-4E3B-8588-2E53A665F25C}" destId="{AC2FFFE0-9B7E-4004-83FF-E014A73C5DB0}" srcOrd="3" destOrd="0" presId="urn:diagrams.loki3.com/BracketList"/>
    <dgm:cxn modelId="{379F8DF2-3824-41B3-B36C-8DE38439C060}" type="presParOf" srcId="{C3EEFE8E-02F3-4304-AC88-614FC1375320}" destId="{5C841344-80FF-4DF3-BD1F-45605450EC3F}" srcOrd="5" destOrd="0" presId="urn:diagrams.loki3.com/BracketList"/>
    <dgm:cxn modelId="{C48AD586-6C95-4CD4-AC85-5211DF80E15E}" type="presParOf" srcId="{C3EEFE8E-02F3-4304-AC88-614FC1375320}" destId="{0E3B334B-DA39-4FB9-B8A5-F72E3412B7B3}" srcOrd="6" destOrd="0" presId="urn:diagrams.loki3.com/BracketList"/>
    <dgm:cxn modelId="{50C45335-DD5F-4E11-9F59-383323C3E421}" type="presParOf" srcId="{0E3B334B-DA39-4FB9-B8A5-F72E3412B7B3}" destId="{E1138ACB-18C9-4BCD-93ED-45163EA88C4C}" srcOrd="0" destOrd="0" presId="urn:diagrams.loki3.com/BracketList"/>
    <dgm:cxn modelId="{0CB0CEFC-654B-4A16-85D5-F4102C3C6804}" type="presParOf" srcId="{0E3B334B-DA39-4FB9-B8A5-F72E3412B7B3}" destId="{8779B60F-CACB-46CD-863D-577471658D9C}" srcOrd="1" destOrd="0" presId="urn:diagrams.loki3.com/BracketList"/>
    <dgm:cxn modelId="{4307B0EB-A3E7-482C-95F1-EF19D8906A1E}" type="presParOf" srcId="{0E3B334B-DA39-4FB9-B8A5-F72E3412B7B3}" destId="{5DF7370A-5698-433F-85D3-A0AC6A368561}" srcOrd="2" destOrd="0" presId="urn:diagrams.loki3.com/BracketList"/>
    <dgm:cxn modelId="{509C02A2-3A72-43F4-8A27-00D09D88D5A8}" type="presParOf" srcId="{0E3B334B-DA39-4FB9-B8A5-F72E3412B7B3}" destId="{CEF68930-C9A5-431C-9FD5-607AB02D01C8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A903BE-0469-4431-9B30-901EEDB0D853}">
      <dsp:nvSpPr>
        <dsp:cNvPr id="0" name=""/>
        <dsp:cNvSpPr/>
      </dsp:nvSpPr>
      <dsp:spPr>
        <a:xfrm>
          <a:off x="3692" y="151678"/>
          <a:ext cx="1888929" cy="579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45720" rIns="128016" bIns="45720" numCol="1" spcCol="1270" anchor="ctr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One-sample 𝑡-test</a:t>
          </a:r>
        </a:p>
      </dsp:txBody>
      <dsp:txXfrm>
        <a:off x="3692" y="151678"/>
        <a:ext cx="1888929" cy="579150"/>
      </dsp:txXfrm>
    </dsp:sp>
    <dsp:sp modelId="{3CB5975C-69C2-449B-A1CB-B18A5E8A479E}">
      <dsp:nvSpPr>
        <dsp:cNvPr id="0" name=""/>
        <dsp:cNvSpPr/>
      </dsp:nvSpPr>
      <dsp:spPr>
        <a:xfrm>
          <a:off x="1892622" y="133580"/>
          <a:ext cx="377785" cy="615346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8C48E9-CB94-4FB6-89B2-67F906D9DE0C}">
      <dsp:nvSpPr>
        <dsp:cNvPr id="0" name=""/>
        <dsp:cNvSpPr/>
      </dsp:nvSpPr>
      <dsp:spPr>
        <a:xfrm>
          <a:off x="2421522" y="133580"/>
          <a:ext cx="5137888" cy="6153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Compares one group's mean to a known value. (e.g., Avg. hours vs. 40)</a:t>
          </a:r>
        </a:p>
      </dsp:txBody>
      <dsp:txXfrm>
        <a:off x="2421522" y="133580"/>
        <a:ext cx="5137888" cy="615346"/>
      </dsp:txXfrm>
    </dsp:sp>
    <dsp:sp modelId="{AE012D40-C2A6-4D06-BF31-8F3D72BEABE2}">
      <dsp:nvSpPr>
        <dsp:cNvPr id="0" name=""/>
        <dsp:cNvSpPr/>
      </dsp:nvSpPr>
      <dsp:spPr>
        <a:xfrm>
          <a:off x="3692" y="831825"/>
          <a:ext cx="1888929" cy="579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45720" rIns="128016" bIns="45720" numCol="1" spcCol="1270" anchor="ctr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Two-sample 𝑡-test</a:t>
          </a:r>
        </a:p>
      </dsp:txBody>
      <dsp:txXfrm>
        <a:off x="3692" y="831825"/>
        <a:ext cx="1888929" cy="579150"/>
      </dsp:txXfrm>
    </dsp:sp>
    <dsp:sp modelId="{4BD3BB43-FE01-40E0-BFCF-C60BAF5E35C7}">
      <dsp:nvSpPr>
        <dsp:cNvPr id="0" name=""/>
        <dsp:cNvSpPr/>
      </dsp:nvSpPr>
      <dsp:spPr>
        <a:xfrm>
          <a:off x="1892622" y="813726"/>
          <a:ext cx="377785" cy="615346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ACE62A-D4B8-4B90-99A0-638C98575A02}">
      <dsp:nvSpPr>
        <dsp:cNvPr id="0" name=""/>
        <dsp:cNvSpPr/>
      </dsp:nvSpPr>
      <dsp:spPr>
        <a:xfrm>
          <a:off x="2421522" y="813726"/>
          <a:ext cx="5137888" cy="6153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Compares two groups' means to each other. (e.g., Male vs. Female avg.)</a:t>
          </a:r>
        </a:p>
      </dsp:txBody>
      <dsp:txXfrm>
        <a:off x="2421522" y="813726"/>
        <a:ext cx="5137888" cy="615346"/>
      </dsp:txXfrm>
    </dsp:sp>
    <dsp:sp modelId="{BA02F679-2009-4755-B57A-3A0DD1240540}">
      <dsp:nvSpPr>
        <dsp:cNvPr id="0" name=""/>
        <dsp:cNvSpPr/>
      </dsp:nvSpPr>
      <dsp:spPr>
        <a:xfrm>
          <a:off x="3692" y="1520499"/>
          <a:ext cx="1888929" cy="5680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45720" rIns="128016" bIns="45720" numCol="1" spcCol="1270" anchor="ctr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Two-sample proportions test</a:t>
          </a:r>
        </a:p>
      </dsp:txBody>
      <dsp:txXfrm>
        <a:off x="3692" y="1520499"/>
        <a:ext cx="1888929" cy="568012"/>
      </dsp:txXfrm>
    </dsp:sp>
    <dsp:sp modelId="{EC985A49-C02F-4244-9087-73E4BD28C5AE}">
      <dsp:nvSpPr>
        <dsp:cNvPr id="0" name=""/>
        <dsp:cNvSpPr/>
      </dsp:nvSpPr>
      <dsp:spPr>
        <a:xfrm>
          <a:off x="1892622" y="1493873"/>
          <a:ext cx="377785" cy="621263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2FFFE0-9B7E-4004-83FF-E014A73C5DB0}">
      <dsp:nvSpPr>
        <dsp:cNvPr id="0" name=""/>
        <dsp:cNvSpPr/>
      </dsp:nvSpPr>
      <dsp:spPr>
        <a:xfrm>
          <a:off x="2421522" y="1493873"/>
          <a:ext cx="5137888" cy="6212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Compares two groups' proportions. (e.g., Male vs. Female "overworked" %)</a:t>
          </a:r>
        </a:p>
      </dsp:txBody>
      <dsp:txXfrm>
        <a:off x="2421522" y="1493873"/>
        <a:ext cx="5137888" cy="621263"/>
      </dsp:txXfrm>
    </dsp:sp>
    <dsp:sp modelId="{E1138ACB-18C9-4BCD-93ED-45163EA88C4C}">
      <dsp:nvSpPr>
        <dsp:cNvPr id="0" name=""/>
        <dsp:cNvSpPr/>
      </dsp:nvSpPr>
      <dsp:spPr>
        <a:xfrm>
          <a:off x="3692" y="2308018"/>
          <a:ext cx="1888929" cy="35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45720" rIns="128016" bIns="45720" numCol="1" spcCol="1270" anchor="ctr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Chi-squared</a:t>
          </a:r>
          <a:endParaRPr lang="en-US" sz="1800" kern="1200" dirty="0"/>
        </a:p>
      </dsp:txBody>
      <dsp:txXfrm>
        <a:off x="3692" y="2308018"/>
        <a:ext cx="1888929" cy="356400"/>
      </dsp:txXfrm>
    </dsp:sp>
    <dsp:sp modelId="{8779B60F-CACB-46CD-863D-577471658D9C}">
      <dsp:nvSpPr>
        <dsp:cNvPr id="0" name=""/>
        <dsp:cNvSpPr/>
      </dsp:nvSpPr>
      <dsp:spPr>
        <a:xfrm>
          <a:off x="1892622" y="2179937"/>
          <a:ext cx="377785" cy="612562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F68930-C9A5-431C-9FD5-607AB02D01C8}">
      <dsp:nvSpPr>
        <dsp:cNvPr id="0" name=""/>
        <dsp:cNvSpPr/>
      </dsp:nvSpPr>
      <dsp:spPr>
        <a:xfrm>
          <a:off x="2421522" y="2179937"/>
          <a:ext cx="5137888" cy="6125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Compares proportions across *more than two* groups. (e.g., "Overworked" % by Region)</a:t>
          </a:r>
        </a:p>
      </dsp:txBody>
      <dsp:txXfrm>
        <a:off x="2421522" y="2179937"/>
        <a:ext cx="5137888" cy="6125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F3FC2F-9EE7-816E-9489-DF7A29ACA2D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A37675-A6B8-FAB0-0065-4827A6D0622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A1ADCE-ADAE-4909-9112-3AC374E8D4A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5B034B-94CF-1D5D-181E-C476B60D07E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C08DC-4CF7-C959-28BE-604BEEBD3DB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0C3ED1-5040-4189-A49E-4FBEC4323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7489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73a0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5" name="Google Shape;65;gc6f73a0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276066"/>
            <a:ext cx="9144000" cy="386743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" name="Google Shape;20;p4"/>
          <p:cNvSpPr/>
          <p:nvPr/>
        </p:nvSpPr>
        <p:spPr>
          <a:xfrm>
            <a:off x="0" y="127656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615413"/>
            <a:ext cx="8222100" cy="30138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250"/>
              </a:spcBef>
              <a:spcAft>
                <a:spcPts val="250"/>
              </a:spcAft>
              <a:buSzPts val="1800"/>
              <a:buChar char="●"/>
              <a:defRPr/>
            </a:lvl1pPr>
            <a:lvl2pPr marL="914400" lvl="1" indent="-317500">
              <a:spcBef>
                <a:spcPts val="250"/>
              </a:spcBef>
              <a:spcAft>
                <a:spcPts val="25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 lang="en-US" dirty="0"/>
          </a:p>
          <a:p>
            <a:pPr lvl="1"/>
            <a:endParaRPr dirty="0"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8392ED-DC59-E275-87FE-07340756A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00" y="278113"/>
            <a:ext cx="8222100" cy="767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658024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8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2692021"/>
            <a:ext cx="8222100" cy="19134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5" r:id="rId3"/>
    <p:sldLayoutId id="214748365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title"/>
          </p:nvPr>
        </p:nvSpPr>
        <p:spPr>
          <a:xfrm>
            <a:off x="475500" y="1258525"/>
            <a:ext cx="8222100" cy="1963500"/>
          </a:xfr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dirty="0"/>
              <a:t>DATA SCIENCE FOR ECONOMISTS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/>
              <a:t>ECON 220 LAB</a:t>
            </a:r>
          </a:p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/>
              <a:t>Jafet Baca-Obando</a:t>
            </a:r>
          </a:p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/>
              <a:t>Week 11, Hypothesis Testing – 11/07/2025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3C2045C-D916-0E51-4C93-1BB30DD2C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Outline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22D012B-6AF5-7BBD-B3CA-5CC13D8F37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8982318"/>
                  </p:ext>
                  <p:ext uri="{E7BDC344-281C-4309-B0C6-D0EE65EED2A8}">
                    <p202:designPr xmlns:p202="http://schemas.microsoft.com/office/powerpoint/2020/02/main">
                      <p202:designTagLst>
                        <p202:designTag name="ARCH:1:CLS" val="StackedSequentialRowTable"/>
                      </p202:designTagLst>
                    </p202:designPr>
                  </p:ext>
                </p:extLst>
              </p:nvPr>
            </p:nvGraphicFramePr>
            <p:xfrm>
              <a:off x="5066024" y="1463220"/>
              <a:ext cx="3624593" cy="3045755"/>
            </p:xfrm>
            <a:graphic>
              <a:graphicData uri="http://schemas.openxmlformats.org/drawingml/2006/table">
                <a:tbl>
                  <a:tblPr bandRow="1">
                    <a:tableStyleId>{9D7B26C5-4107-4FEC-AEDC-1716B250A1EF}</a:tableStyleId>
                  </a:tblPr>
                  <a:tblGrid>
                    <a:gridCol w="1177506">
                      <a:extLst>
                        <a:ext uri="{9D8B030D-6E8A-4147-A177-3AD203B41FA5}">
                          <a16:colId xmlns:a16="http://schemas.microsoft.com/office/drawing/2014/main" val="2946017471"/>
                        </a:ext>
                      </a:extLst>
                    </a:gridCol>
                    <a:gridCol w="2447087">
                      <a:extLst>
                        <a:ext uri="{9D8B030D-6E8A-4147-A177-3AD203B41FA5}">
                          <a16:colId xmlns:a16="http://schemas.microsoft.com/office/drawing/2014/main" val="2924369917"/>
                        </a:ext>
                      </a:extLst>
                    </a:gridCol>
                  </a:tblGrid>
                  <a:tr h="7390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600" b="1" cap="none" spc="0" dirty="0">
                              <a:solidFill>
                                <a:schemeClr val="accent1"/>
                              </a:solidFill>
                            </a:rPr>
                            <a:t>01</a:t>
                          </a:r>
                        </a:p>
                      </a:txBody>
                      <a:tcPr marL="110119" marR="110119" marT="110119" marB="110119" anchor="ctr"/>
                    </a:tc>
                    <a:tc>
                      <a:txBody>
                        <a:bodyPr/>
                        <a:lstStyle/>
                        <a:p>
                          <a:pPr marL="114300" marR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lt1"/>
                            </a:buClr>
                            <a:buSzPts val="1800"/>
                            <a:buFont typeface="Roboto"/>
                            <a:buNone/>
                          </a:pPr>
                          <a:r>
                            <a:rPr lang="en-US" sz="1800" b="0" i="0" u="none" strike="noStrike" cap="none" dirty="0">
                              <a:solidFill>
                                <a:schemeClr val="lt1"/>
                              </a:solidFill>
                              <a:latin typeface="Roboto"/>
                              <a:ea typeface="Roboto"/>
                              <a:sym typeface="Roboto"/>
                            </a:rPr>
                            <a:t>One</a:t>
                          </a:r>
                          <a:r>
                            <a:rPr lang="en-US" sz="1800" b="0" i="0" u="none" strike="noStrike" cap="none" baseline="0" dirty="0">
                              <a:solidFill>
                                <a:schemeClr val="lt1"/>
                              </a:solidFill>
                              <a:latin typeface="Roboto"/>
                              <a:ea typeface="Roboto"/>
                              <a:sym typeface="Roboto"/>
                            </a:rPr>
                            <a:t>-</a:t>
                          </a:r>
                          <a:r>
                            <a:rPr lang="en-US" sz="1800" b="0" i="0" u="none" strike="noStrike" cap="none" dirty="0">
                              <a:solidFill>
                                <a:schemeClr val="lt1"/>
                              </a:solidFill>
                              <a:latin typeface="Roboto"/>
                              <a:ea typeface="Roboto"/>
                              <a:sym typeface="Roboto"/>
                            </a:rPr>
                            <a:t>sample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u="none" strike="noStrike" cap="none" smtClean="0">
                                  <a:solidFill>
                                    <a:schemeClr val="lt1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sz="1800" b="0" i="0" u="none" strike="noStrike" cap="none" dirty="0">
                              <a:solidFill>
                                <a:schemeClr val="lt1"/>
                              </a:solidFill>
                              <a:latin typeface="Roboto"/>
                              <a:ea typeface="Roboto"/>
                              <a:sym typeface="Roboto"/>
                            </a:rPr>
                            <a:t>-test</a:t>
                          </a:r>
                        </a:p>
                      </a:txBody>
                      <a:tcPr marL="110119" marR="110119" marT="110119" marB="110119" anchor="ctr"/>
                    </a:tc>
                    <a:extLst>
                      <a:ext uri="{0D108BD9-81ED-4DB2-BD59-A6C34878D82A}">
                        <a16:rowId xmlns:a16="http://schemas.microsoft.com/office/drawing/2014/main" val="1695243274"/>
                      </a:ext>
                    </a:extLst>
                  </a:tr>
                  <a:tr h="7390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600" b="1" cap="none" spc="0" dirty="0">
                              <a:solidFill>
                                <a:schemeClr val="accent1"/>
                              </a:solidFill>
                            </a:rPr>
                            <a:t>02</a:t>
                          </a:r>
                        </a:p>
                      </a:txBody>
                      <a:tcPr marL="110119" marR="110119" marT="110119" marB="110119" anchor="ctr"/>
                    </a:tc>
                    <a:tc>
                      <a:txBody>
                        <a:bodyPr/>
                        <a:lstStyle/>
                        <a:p>
                          <a:pPr marL="114300" marR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lt1"/>
                            </a:buClr>
                            <a:buSzPts val="1800"/>
                            <a:buFont typeface="Roboto"/>
                            <a:buNone/>
                          </a:pPr>
                          <a:r>
                            <a:rPr lang="en-US" sz="1800" b="0" i="0" u="none" strike="noStrike" cap="none" dirty="0">
                              <a:solidFill>
                                <a:schemeClr val="lt1"/>
                              </a:solidFill>
                              <a:latin typeface="Roboto"/>
                              <a:ea typeface="Roboto"/>
                              <a:sym typeface="Roboto"/>
                            </a:rPr>
                            <a:t>Two-sample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u="none" strike="noStrike" cap="none" smtClean="0">
                                  <a:solidFill>
                                    <a:schemeClr val="lt1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sz="1800" b="0" i="0" u="none" strike="noStrike" cap="none" dirty="0">
                              <a:solidFill>
                                <a:schemeClr val="lt1"/>
                              </a:solidFill>
                              <a:latin typeface="Roboto"/>
                              <a:ea typeface="Roboto"/>
                              <a:sym typeface="Roboto"/>
                            </a:rPr>
                            <a:t>-test</a:t>
                          </a:r>
                        </a:p>
                      </a:txBody>
                      <a:tcPr marL="110119" marR="110119" marT="110119" marB="110119" anchor="ctr"/>
                    </a:tc>
                    <a:extLst>
                      <a:ext uri="{0D108BD9-81ED-4DB2-BD59-A6C34878D82A}">
                        <a16:rowId xmlns:a16="http://schemas.microsoft.com/office/drawing/2014/main" val="1251535810"/>
                      </a:ext>
                    </a:extLst>
                  </a:tr>
                  <a:tr h="7390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600" b="1" cap="none" spc="0" dirty="0">
                              <a:solidFill>
                                <a:schemeClr val="accent1"/>
                              </a:solidFill>
                            </a:rPr>
                            <a:t>03</a:t>
                          </a:r>
                        </a:p>
                      </a:txBody>
                      <a:tcPr marL="110119" marR="110119" marT="110119" marB="110119" anchor="ctr"/>
                    </a:tc>
                    <a:tc>
                      <a:txBody>
                        <a:bodyPr/>
                        <a:lstStyle/>
                        <a:p>
                          <a:pPr marL="114300" marR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lt1"/>
                            </a:buClr>
                            <a:buSzPts val="1800"/>
                            <a:buFont typeface="Roboto"/>
                            <a:buNone/>
                          </a:pPr>
                          <a:r>
                            <a:rPr lang="en-US" sz="1800" b="0" i="0" u="none" strike="noStrike" cap="none" dirty="0">
                              <a:solidFill>
                                <a:schemeClr val="lt1"/>
                              </a:solidFill>
                              <a:latin typeface="Roboto"/>
                              <a:ea typeface="Roboto"/>
                              <a:sym typeface="Roboto"/>
                            </a:rPr>
                            <a:t>Two-sample proportion test</a:t>
                          </a:r>
                        </a:p>
                      </a:txBody>
                      <a:tcPr marL="110119" marR="110119" marT="110119" marB="110119" anchor="ctr"/>
                    </a:tc>
                    <a:extLst>
                      <a:ext uri="{0D108BD9-81ED-4DB2-BD59-A6C34878D82A}">
                        <a16:rowId xmlns:a16="http://schemas.microsoft.com/office/drawing/2014/main" val="3925304617"/>
                      </a:ext>
                    </a:extLst>
                  </a:tr>
                  <a:tr h="7390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600" b="1" cap="none" spc="0" dirty="0">
                              <a:solidFill>
                                <a:schemeClr val="accent1"/>
                              </a:solidFill>
                            </a:rPr>
                            <a:t>04</a:t>
                          </a:r>
                        </a:p>
                      </a:txBody>
                      <a:tcPr marL="110119" marR="110119" marT="110119" marB="110119" anchor="ctr"/>
                    </a:tc>
                    <a:tc>
                      <a:txBody>
                        <a:bodyPr/>
                        <a:lstStyle/>
                        <a:p>
                          <a:pPr marL="114300" marR="0" lvl="0" indent="0" algn="l" defTabSz="9144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lt1"/>
                            </a:buClr>
                            <a:buSzPts val="1800"/>
                            <a:buFont typeface="Roboto"/>
                            <a:buNone/>
                            <a:tabLst/>
                            <a:defRPr/>
                          </a:pPr>
                          <a:r>
                            <a:rPr lang="en-US" sz="1800" b="0" i="0" u="none" strike="noStrike" cap="none" dirty="0">
                              <a:solidFill>
                                <a:schemeClr val="lt1"/>
                              </a:solidFill>
                              <a:latin typeface="Roboto"/>
                              <a:ea typeface="Roboto"/>
                              <a:sym typeface="Roboto"/>
                            </a:rPr>
                            <a:t>Chi-squared test</a:t>
                          </a:r>
                        </a:p>
                      </a:txBody>
                      <a:tcPr marL="110119" marR="110119" marT="110119" marB="110119" anchor="ctr"/>
                    </a:tc>
                    <a:extLst>
                      <a:ext uri="{0D108BD9-81ED-4DB2-BD59-A6C34878D82A}">
                        <a16:rowId xmlns:a16="http://schemas.microsoft.com/office/drawing/2014/main" val="42657455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22D012B-6AF5-7BBD-B3CA-5CC13D8F37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8982318"/>
                  </p:ext>
                  <p:ext uri="{E7BDC344-281C-4309-B0C6-D0EE65EED2A8}">
                    <p202:designPr xmlns:p202="http://schemas.microsoft.com/office/powerpoint/2020/02/main">
                      <p202:designTagLst>
                        <p202:designTag name="ARCH:1:CLS" val="StackedSequentialRowTable"/>
                      </p202:designTagLst>
                    </p202:designPr>
                  </p:ext>
                </p:extLst>
              </p:nvPr>
            </p:nvGraphicFramePr>
            <p:xfrm>
              <a:off x="5066024" y="1463220"/>
              <a:ext cx="3624593" cy="3045755"/>
            </p:xfrm>
            <a:graphic>
              <a:graphicData uri="http://schemas.openxmlformats.org/drawingml/2006/table">
                <a:tbl>
                  <a:tblPr bandRow="1">
                    <a:tableStyleId>{9D7B26C5-4107-4FEC-AEDC-1716B250A1EF}</a:tableStyleId>
                  </a:tblPr>
                  <a:tblGrid>
                    <a:gridCol w="1177506">
                      <a:extLst>
                        <a:ext uri="{9D8B030D-6E8A-4147-A177-3AD203B41FA5}">
                          <a16:colId xmlns:a16="http://schemas.microsoft.com/office/drawing/2014/main" val="2946017471"/>
                        </a:ext>
                      </a:extLst>
                    </a:gridCol>
                    <a:gridCol w="2447087">
                      <a:extLst>
                        <a:ext uri="{9D8B030D-6E8A-4147-A177-3AD203B41FA5}">
                          <a16:colId xmlns:a16="http://schemas.microsoft.com/office/drawing/2014/main" val="2924369917"/>
                        </a:ext>
                      </a:extLst>
                    </a:gridCol>
                  </a:tblGrid>
                  <a:tr h="7390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600" b="1" cap="none" spc="0" dirty="0">
                              <a:solidFill>
                                <a:schemeClr val="accent1"/>
                              </a:solidFill>
                            </a:rPr>
                            <a:t>01</a:t>
                          </a:r>
                        </a:p>
                      </a:txBody>
                      <a:tcPr marL="110119" marR="110119" marT="110119" marB="110119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0119" marR="110119" marT="110119" marB="110119" anchor="ctr">
                        <a:blipFill>
                          <a:blip r:embed="rId2"/>
                          <a:stretch>
                            <a:fillRect l="-48010" t="-1653" r="-249" b="-3173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5243274"/>
                      </a:ext>
                    </a:extLst>
                  </a:tr>
                  <a:tr h="7390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600" b="1" cap="none" spc="0" dirty="0">
                              <a:solidFill>
                                <a:schemeClr val="accent1"/>
                              </a:solidFill>
                            </a:rPr>
                            <a:t>02</a:t>
                          </a:r>
                        </a:p>
                      </a:txBody>
                      <a:tcPr marL="110119" marR="110119" marT="110119" marB="110119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0119" marR="110119" marT="110119" marB="110119" anchor="ctr">
                        <a:blipFill>
                          <a:blip r:embed="rId2"/>
                          <a:stretch>
                            <a:fillRect l="-48010" t="-100820" r="-249" b="-2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51535810"/>
                      </a:ext>
                    </a:extLst>
                  </a:tr>
                  <a:tr h="82869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600" b="1" cap="none" spc="0" dirty="0">
                              <a:solidFill>
                                <a:schemeClr val="accent1"/>
                              </a:solidFill>
                            </a:rPr>
                            <a:t>03</a:t>
                          </a:r>
                        </a:p>
                      </a:txBody>
                      <a:tcPr marL="110119" marR="110119" marT="110119" marB="110119" anchor="ctr"/>
                    </a:tc>
                    <a:tc>
                      <a:txBody>
                        <a:bodyPr/>
                        <a:lstStyle/>
                        <a:p>
                          <a:pPr marL="114300" marR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lt1"/>
                            </a:buClr>
                            <a:buSzPts val="1800"/>
                            <a:buFont typeface="Roboto"/>
                            <a:buNone/>
                          </a:pPr>
                          <a:r>
                            <a:rPr lang="en-US" sz="1800" b="0" i="0" u="none" strike="noStrike" cap="none" dirty="0">
                              <a:solidFill>
                                <a:schemeClr val="lt1"/>
                              </a:solidFill>
                              <a:latin typeface="Roboto"/>
                              <a:ea typeface="Roboto"/>
                              <a:sym typeface="Roboto"/>
                            </a:rPr>
                            <a:t>Two-sample proportion test</a:t>
                          </a:r>
                        </a:p>
                      </a:txBody>
                      <a:tcPr marL="110119" marR="110119" marT="110119" marB="110119" anchor="ctr"/>
                    </a:tc>
                    <a:extLst>
                      <a:ext uri="{0D108BD9-81ED-4DB2-BD59-A6C34878D82A}">
                        <a16:rowId xmlns:a16="http://schemas.microsoft.com/office/drawing/2014/main" val="3925304617"/>
                      </a:ext>
                    </a:extLst>
                  </a:tr>
                  <a:tr h="7390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600" b="1" cap="none" spc="0" dirty="0">
                              <a:solidFill>
                                <a:schemeClr val="accent1"/>
                              </a:solidFill>
                            </a:rPr>
                            <a:t>04</a:t>
                          </a:r>
                        </a:p>
                      </a:txBody>
                      <a:tcPr marL="110119" marR="110119" marT="110119" marB="110119" anchor="ctr"/>
                    </a:tc>
                    <a:tc>
                      <a:txBody>
                        <a:bodyPr/>
                        <a:lstStyle/>
                        <a:p>
                          <a:pPr marL="114300" marR="0" lvl="0" indent="0" algn="l" defTabSz="9144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lt1"/>
                            </a:buClr>
                            <a:buSzPts val="1800"/>
                            <a:buFont typeface="Roboto"/>
                            <a:buNone/>
                            <a:tabLst/>
                            <a:defRPr/>
                          </a:pPr>
                          <a:r>
                            <a:rPr lang="en-US" sz="1800" b="0" i="0" u="none" strike="noStrike" cap="none" dirty="0">
                              <a:solidFill>
                                <a:schemeClr val="lt1"/>
                              </a:solidFill>
                              <a:latin typeface="Roboto"/>
                              <a:ea typeface="Roboto"/>
                              <a:sym typeface="Roboto"/>
                            </a:rPr>
                            <a:t>Chi-squared test</a:t>
                          </a:r>
                        </a:p>
                      </a:txBody>
                      <a:tcPr marL="110119" marR="110119" marT="110119" marB="110119" anchor="ctr"/>
                    </a:tc>
                    <a:extLst>
                      <a:ext uri="{0D108BD9-81ED-4DB2-BD59-A6C34878D82A}">
                        <a16:rowId xmlns:a16="http://schemas.microsoft.com/office/drawing/2014/main" val="42657455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57497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FAB7CA4-1815-45E7-1C40-4E47CF1FD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One-sample 𝑡-test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74F27B2-1872-5C32-2BDB-F5A9A98C0057}"/>
              </a:ext>
            </a:extLst>
          </p:cNvPr>
          <p:cNvSpPr txBox="1">
            <a:spLocks/>
          </p:cNvSpPr>
          <p:nvPr/>
        </p:nvSpPr>
        <p:spPr>
          <a:xfrm>
            <a:off x="364021" y="1532851"/>
            <a:ext cx="3840480" cy="3154680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250"/>
              </a:spcBef>
              <a:spcAft>
                <a:spcPts val="250"/>
              </a:spcAft>
              <a:buClr>
                <a:schemeClr val="lt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250"/>
              </a:spcBef>
              <a:spcAft>
                <a:spcPts val="25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</a:rPr>
              <a:t>This test checks if the </a:t>
            </a:r>
            <a:r>
              <a:rPr lang="en-US" b="1" dirty="0">
                <a:solidFill>
                  <a:srgbClr val="FFC000"/>
                </a:solidFill>
              </a:rPr>
              <a:t>mean (average) of a single group </a:t>
            </a:r>
            <a:r>
              <a:rPr lang="en-US" dirty="0">
                <a:solidFill>
                  <a:schemeClr val="bg2"/>
                </a:solidFill>
              </a:rPr>
              <a:t>is equal to a specific, known value.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</a:rPr>
              <a:t>It's used to test a claim about a population average.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3">
                <a:extLst>
                  <a:ext uri="{FF2B5EF4-FFF2-40B4-BE49-F238E27FC236}">
                    <a16:creationId xmlns:a16="http://schemas.microsoft.com/office/drawing/2014/main" id="{A9C19011-232D-9918-460C-91668BD189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39501" y="1536199"/>
                <a:ext cx="3837000" cy="3151332"/>
              </a:xfrm>
              <a:prstGeom prst="rect">
                <a:avLst/>
              </a:prstGeom>
              <a:ln/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defPPr>
                <a:lvl1pPr marL="457200" indent="-342900">
                  <a:lnSpc>
                    <a:spcPct val="115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lt2"/>
                  </a:buClr>
                  <a:buSzPts val="1800"/>
                  <a:buFont typeface="Arial" panose="020B0604020202020204" pitchFamily="34" charset="0"/>
                  <a:buChar char="•"/>
                  <a:defRPr sz="1800">
                    <a:solidFill>
                      <a:schemeClr val="bg2"/>
                    </a:solidFill>
                    <a:latin typeface="Roboto"/>
                    <a:ea typeface="Roboto"/>
                    <a:cs typeface="Roboto"/>
                  </a:defRPr>
                </a:lvl1pPr>
                <a:lvl2pPr marL="914400" indent="-317500">
                  <a:lnSpc>
                    <a:spcPct val="115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lt2"/>
                  </a:buClr>
                  <a:buSzPts val="1400"/>
                  <a:buFont typeface="Roboto"/>
                  <a:buChar char="○"/>
                  <a:defRPr>
                    <a:solidFill>
                      <a:schemeClr val="lt2"/>
                    </a:solidFill>
                    <a:latin typeface="Roboto"/>
                    <a:ea typeface="Roboto"/>
                    <a:cs typeface="Roboto"/>
                  </a:defRPr>
                </a:lvl2pPr>
                <a:lvl3pPr marL="1371600" indent="-317500">
                  <a:lnSpc>
                    <a:spcPct val="115000"/>
                  </a:lnSpc>
                  <a:spcBef>
                    <a:spcPts val="1600"/>
                  </a:spcBef>
                  <a:buClr>
                    <a:schemeClr val="lt2"/>
                  </a:buClr>
                  <a:buSzPts val="1400"/>
                  <a:buFont typeface="Roboto"/>
                  <a:buChar char="■"/>
                  <a:defRPr>
                    <a:solidFill>
                      <a:schemeClr val="lt2"/>
                    </a:solidFill>
                    <a:latin typeface="Roboto"/>
                    <a:ea typeface="Roboto"/>
                    <a:cs typeface="Roboto"/>
                  </a:defRPr>
                </a:lvl3pPr>
                <a:lvl4pPr marL="1828800" indent="-317500">
                  <a:lnSpc>
                    <a:spcPct val="115000"/>
                  </a:lnSpc>
                  <a:spcBef>
                    <a:spcPts val="1600"/>
                  </a:spcBef>
                  <a:buClr>
                    <a:schemeClr val="lt2"/>
                  </a:buClr>
                  <a:buSzPts val="1400"/>
                  <a:buFont typeface="Roboto"/>
                  <a:buChar char="●"/>
                  <a:defRPr>
                    <a:solidFill>
                      <a:schemeClr val="lt2"/>
                    </a:solidFill>
                    <a:latin typeface="Roboto"/>
                    <a:ea typeface="Roboto"/>
                    <a:cs typeface="Roboto"/>
                  </a:defRPr>
                </a:lvl4pPr>
                <a:lvl5pPr marL="2286000" indent="-317500">
                  <a:lnSpc>
                    <a:spcPct val="115000"/>
                  </a:lnSpc>
                  <a:spcBef>
                    <a:spcPts val="1600"/>
                  </a:spcBef>
                  <a:buClr>
                    <a:schemeClr val="lt2"/>
                  </a:buClr>
                  <a:buSzPts val="1400"/>
                  <a:buFont typeface="Roboto"/>
                  <a:buChar char="○"/>
                  <a:defRPr>
                    <a:solidFill>
                      <a:schemeClr val="lt2"/>
                    </a:solidFill>
                    <a:latin typeface="Roboto"/>
                    <a:ea typeface="Roboto"/>
                    <a:cs typeface="Roboto"/>
                  </a:defRPr>
                </a:lvl5pPr>
                <a:lvl6pPr marL="2743200" indent="-317500">
                  <a:lnSpc>
                    <a:spcPct val="115000"/>
                  </a:lnSpc>
                  <a:spcBef>
                    <a:spcPts val="1600"/>
                  </a:spcBef>
                  <a:buClr>
                    <a:schemeClr val="lt2"/>
                  </a:buClr>
                  <a:buSzPts val="1400"/>
                  <a:buFont typeface="Roboto"/>
                  <a:buChar char="■"/>
                  <a:defRPr>
                    <a:solidFill>
                      <a:schemeClr val="lt2"/>
                    </a:solidFill>
                    <a:latin typeface="Roboto"/>
                    <a:ea typeface="Roboto"/>
                    <a:cs typeface="Roboto"/>
                  </a:defRPr>
                </a:lvl6pPr>
                <a:lvl7pPr marL="3200400" indent="-317500">
                  <a:lnSpc>
                    <a:spcPct val="115000"/>
                  </a:lnSpc>
                  <a:spcBef>
                    <a:spcPts val="1600"/>
                  </a:spcBef>
                  <a:buClr>
                    <a:schemeClr val="lt2"/>
                  </a:buClr>
                  <a:buSzPts val="1400"/>
                  <a:buFont typeface="Roboto"/>
                  <a:buChar char="●"/>
                  <a:defRPr>
                    <a:solidFill>
                      <a:schemeClr val="lt2"/>
                    </a:solidFill>
                    <a:latin typeface="Roboto"/>
                    <a:ea typeface="Roboto"/>
                    <a:cs typeface="Roboto"/>
                  </a:defRPr>
                </a:lvl7pPr>
                <a:lvl8pPr marL="3657600" indent="-317500">
                  <a:lnSpc>
                    <a:spcPct val="115000"/>
                  </a:lnSpc>
                  <a:spcBef>
                    <a:spcPts val="1600"/>
                  </a:spcBef>
                  <a:buClr>
                    <a:schemeClr val="lt2"/>
                  </a:buClr>
                  <a:buSzPts val="1400"/>
                  <a:buFont typeface="Roboto"/>
                  <a:buChar char="○"/>
                  <a:defRPr>
                    <a:solidFill>
                      <a:schemeClr val="lt2"/>
                    </a:solidFill>
                    <a:latin typeface="Roboto"/>
                    <a:ea typeface="Roboto"/>
                    <a:cs typeface="Roboto"/>
                  </a:defRPr>
                </a:lvl8pPr>
                <a:lvl9pPr marL="4114800" indent="-317500">
                  <a:lnSpc>
                    <a:spcPct val="115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chemeClr val="lt2"/>
                  </a:buClr>
                  <a:buSzPts val="1400"/>
                  <a:buFont typeface="Roboto"/>
                  <a:buChar char="■"/>
                  <a:defRPr>
                    <a:solidFill>
                      <a:schemeClr val="lt2"/>
                    </a:solidFill>
                    <a:latin typeface="Roboto"/>
                    <a:ea typeface="Roboto"/>
                    <a:cs typeface="Roboto"/>
                  </a:defRPr>
                </a:lvl9pPr>
              </a:lstStyle>
              <a:p>
                <a:r>
                  <a:rPr lang="en-US" dirty="0">
                    <a:sym typeface="Roboto"/>
                  </a:rPr>
                  <a:t>Example from the code:</a:t>
                </a:r>
              </a:p>
              <a:p>
                <a:r>
                  <a:rPr lang="en-US" dirty="0">
                    <a:sym typeface="Roboto"/>
                  </a:rPr>
                  <a:t>Claim: The average work week is 40 hours</a:t>
                </a:r>
              </a:p>
              <a:p>
                <a:r>
                  <a:rPr lang="en-US" dirty="0">
                    <a:sym typeface="Roboto"/>
                  </a:rPr>
                  <a:t>Null hypothesis: The average is 40,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sym typeface="Roboto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sym typeface="Roboto"/>
                          </a:rPr>
                          <m:t>𝑯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sym typeface="Roboto"/>
                          </a:rPr>
                          <m:t>𝟎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  <a:sym typeface="Roboto"/>
                      </a:rPr>
                      <m:t>:</m:t>
                    </m:r>
                    <m:r>
                      <a:rPr lang="en-US" b="1" i="1">
                        <a:latin typeface="Cambria Math" panose="02040503050406030204" pitchFamily="18" charset="0"/>
                        <a:sym typeface="Roboto"/>
                      </a:rPr>
                      <m:t>𝝁</m:t>
                    </m:r>
                    <m:r>
                      <a:rPr lang="en-US" b="1" i="1">
                        <a:latin typeface="Cambria Math" panose="02040503050406030204" pitchFamily="18" charset="0"/>
                        <a:sym typeface="Roboto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  <a:sym typeface="Roboto"/>
                      </a:rPr>
                      <m:t>𝟒𝟎</m:t>
                    </m:r>
                  </m:oMath>
                </a14:m>
                <a:endParaRPr lang="en-US" b="1" i="1" dirty="0">
                  <a:sym typeface="Roboto"/>
                </a:endParaRPr>
              </a:p>
              <a:p>
                <a:r>
                  <a:rPr lang="en-US" dirty="0">
                    <a:sym typeface="Roboto"/>
                  </a:rPr>
                  <a:t>Alternative hypothesis: The average is NOT 40,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sym typeface="Roboto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sym typeface="Roboto"/>
                          </a:rPr>
                          <m:t>𝑯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sym typeface="Roboto"/>
                          </a:rPr>
                          <m:t>𝒂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  <a:sym typeface="Roboto"/>
                      </a:rPr>
                      <m:t>:</m:t>
                    </m:r>
                    <m:r>
                      <a:rPr lang="en-US" b="1" i="1">
                        <a:latin typeface="Cambria Math" panose="02040503050406030204" pitchFamily="18" charset="0"/>
                        <a:sym typeface="Roboto"/>
                      </a:rPr>
                      <m:t>𝝁</m:t>
                    </m:r>
                    <m:r>
                      <a:rPr lang="en-US" b="1" i="1">
                        <a:latin typeface="Cambria Math" panose="02040503050406030204" pitchFamily="18" charset="0"/>
                        <a:sym typeface="Roboto"/>
                      </a:rPr>
                      <m:t>≠</m:t>
                    </m:r>
                    <m:r>
                      <a:rPr lang="en-US" b="1" i="1">
                        <a:latin typeface="Cambria Math" panose="02040503050406030204" pitchFamily="18" charset="0"/>
                        <a:sym typeface="Roboto"/>
                      </a:rPr>
                      <m:t>𝟒𝟎</m:t>
                    </m:r>
                  </m:oMath>
                </a14:m>
                <a:endParaRPr lang="en-US" b="1" i="1" dirty="0">
                  <a:sym typeface="Roboto"/>
                </a:endParaRPr>
              </a:p>
            </p:txBody>
          </p:sp>
        </mc:Choice>
        <mc:Fallback xmlns="">
          <p:sp>
            <p:nvSpPr>
              <p:cNvPr id="5" name="Text Placeholder 3">
                <a:extLst>
                  <a:ext uri="{FF2B5EF4-FFF2-40B4-BE49-F238E27FC236}">
                    <a16:creationId xmlns:a16="http://schemas.microsoft.com/office/drawing/2014/main" id="{A9C19011-232D-9918-460C-91668BD189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9501" y="1536199"/>
                <a:ext cx="3837000" cy="3151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0652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456D983C-D621-8EC9-1FE9-68D9BEEB2FA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What is our decision rule?</a:t>
                </a:r>
              </a:p>
              <a:p>
                <a:pPr lvl="1"/>
                <a:r>
                  <a:rPr lang="en-US" dirty="0"/>
                  <a:t>If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-value is below a certain </a:t>
                </a:r>
                <a:r>
                  <a:rPr lang="en-US" b="1" dirty="0">
                    <a:solidFill>
                      <a:srgbClr val="FFC000"/>
                    </a:solidFill>
                  </a:rPr>
                  <a:t>significance</a:t>
                </a:r>
                <a:r>
                  <a:rPr lang="en-US" dirty="0"/>
                  <a:t> threshold (for example, 0.05), then we reject the null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In other words, we reject the null hypothesis when the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-value is very low (or the corresponding statistic is very high).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456D983C-D621-8EC9-1FE9-68D9BEEB2F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199C1D11-52F3-6042-9076-CE8CD1814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One-sample 𝑡-test </a:t>
            </a:r>
          </a:p>
        </p:txBody>
      </p:sp>
    </p:spTree>
    <p:extLst>
      <p:ext uri="{BB962C8B-B14F-4D97-AF65-F5344CB8AC3E}">
        <p14:creationId xmlns:p14="http://schemas.microsoft.com/office/powerpoint/2010/main" val="1006958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3133F-8E07-6182-B07A-3222E8C88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C74B35-EC7D-D926-6B5C-3EB39C5AB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Two-sample 𝑡-test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BAD3C39-AB1C-D732-20E7-CC8B1A7B84B3}"/>
              </a:ext>
            </a:extLst>
          </p:cNvPr>
          <p:cNvSpPr txBox="1">
            <a:spLocks/>
          </p:cNvSpPr>
          <p:nvPr/>
        </p:nvSpPr>
        <p:spPr>
          <a:xfrm>
            <a:off x="364021" y="1532851"/>
            <a:ext cx="3840480" cy="3154680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250"/>
              </a:spcBef>
              <a:spcAft>
                <a:spcPts val="250"/>
              </a:spcAft>
              <a:buClr>
                <a:schemeClr val="lt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250"/>
              </a:spcBef>
              <a:spcAft>
                <a:spcPts val="25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</a:rPr>
              <a:t>This test compares the </a:t>
            </a:r>
            <a:r>
              <a:rPr lang="en-US" b="1" dirty="0">
                <a:solidFill>
                  <a:srgbClr val="FFC000"/>
                </a:solidFill>
              </a:rPr>
              <a:t>means (averages)</a:t>
            </a:r>
            <a:r>
              <a:rPr lang="en-US" dirty="0">
                <a:solidFill>
                  <a:schemeClr val="bg2"/>
                </a:solidFill>
              </a:rPr>
              <a:t> of two independent groups to see if they are different from each other.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</a:rPr>
              <a:t>For example, are the average </a:t>
            </a:r>
            <a:r>
              <a:rPr lang="en-US">
                <a:solidFill>
                  <a:schemeClr val="bg2"/>
                </a:solidFill>
              </a:rPr>
              <a:t>hours worked </a:t>
            </a:r>
            <a:r>
              <a:rPr lang="en-US" dirty="0">
                <a:solidFill>
                  <a:schemeClr val="bg2"/>
                </a:solidFill>
              </a:rPr>
              <a:t>for men and women different?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3">
                <a:extLst>
                  <a:ext uri="{FF2B5EF4-FFF2-40B4-BE49-F238E27FC236}">
                    <a16:creationId xmlns:a16="http://schemas.microsoft.com/office/drawing/2014/main" id="{81867A2D-B613-CE20-EE95-5CE4CEE6E3C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39501" y="1536199"/>
                <a:ext cx="3837000" cy="3151332"/>
              </a:xfrm>
              <a:prstGeom prst="rect">
                <a:avLst/>
              </a:prstGeom>
              <a:ln/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defPPr>
                <a:lvl1pPr marL="457200" indent="-342900">
                  <a:lnSpc>
                    <a:spcPct val="115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lt2"/>
                  </a:buClr>
                  <a:buSzPts val="1800"/>
                  <a:buFont typeface="Arial" panose="020B0604020202020204" pitchFamily="34" charset="0"/>
                  <a:buChar char="•"/>
                  <a:defRPr sz="1800">
                    <a:solidFill>
                      <a:schemeClr val="bg2"/>
                    </a:solidFill>
                    <a:latin typeface="Roboto"/>
                    <a:ea typeface="Roboto"/>
                    <a:cs typeface="Roboto"/>
                  </a:defRPr>
                </a:lvl1pPr>
                <a:lvl2pPr marL="914400" indent="-317500">
                  <a:lnSpc>
                    <a:spcPct val="115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lt2"/>
                  </a:buClr>
                  <a:buSzPts val="1400"/>
                  <a:buFont typeface="Roboto"/>
                  <a:buChar char="○"/>
                  <a:defRPr>
                    <a:solidFill>
                      <a:schemeClr val="lt2"/>
                    </a:solidFill>
                    <a:latin typeface="Roboto"/>
                    <a:ea typeface="Roboto"/>
                    <a:cs typeface="Roboto"/>
                  </a:defRPr>
                </a:lvl2pPr>
                <a:lvl3pPr marL="1371600" indent="-317500">
                  <a:lnSpc>
                    <a:spcPct val="115000"/>
                  </a:lnSpc>
                  <a:spcBef>
                    <a:spcPts val="1600"/>
                  </a:spcBef>
                  <a:buClr>
                    <a:schemeClr val="lt2"/>
                  </a:buClr>
                  <a:buSzPts val="1400"/>
                  <a:buFont typeface="Roboto"/>
                  <a:buChar char="■"/>
                  <a:defRPr>
                    <a:solidFill>
                      <a:schemeClr val="lt2"/>
                    </a:solidFill>
                    <a:latin typeface="Roboto"/>
                    <a:ea typeface="Roboto"/>
                    <a:cs typeface="Roboto"/>
                  </a:defRPr>
                </a:lvl3pPr>
                <a:lvl4pPr marL="1828800" indent="-317500">
                  <a:lnSpc>
                    <a:spcPct val="115000"/>
                  </a:lnSpc>
                  <a:spcBef>
                    <a:spcPts val="1600"/>
                  </a:spcBef>
                  <a:buClr>
                    <a:schemeClr val="lt2"/>
                  </a:buClr>
                  <a:buSzPts val="1400"/>
                  <a:buFont typeface="Roboto"/>
                  <a:buChar char="●"/>
                  <a:defRPr>
                    <a:solidFill>
                      <a:schemeClr val="lt2"/>
                    </a:solidFill>
                    <a:latin typeface="Roboto"/>
                    <a:ea typeface="Roboto"/>
                    <a:cs typeface="Roboto"/>
                  </a:defRPr>
                </a:lvl4pPr>
                <a:lvl5pPr marL="2286000" indent="-317500">
                  <a:lnSpc>
                    <a:spcPct val="115000"/>
                  </a:lnSpc>
                  <a:spcBef>
                    <a:spcPts val="1600"/>
                  </a:spcBef>
                  <a:buClr>
                    <a:schemeClr val="lt2"/>
                  </a:buClr>
                  <a:buSzPts val="1400"/>
                  <a:buFont typeface="Roboto"/>
                  <a:buChar char="○"/>
                  <a:defRPr>
                    <a:solidFill>
                      <a:schemeClr val="lt2"/>
                    </a:solidFill>
                    <a:latin typeface="Roboto"/>
                    <a:ea typeface="Roboto"/>
                    <a:cs typeface="Roboto"/>
                  </a:defRPr>
                </a:lvl5pPr>
                <a:lvl6pPr marL="2743200" indent="-317500">
                  <a:lnSpc>
                    <a:spcPct val="115000"/>
                  </a:lnSpc>
                  <a:spcBef>
                    <a:spcPts val="1600"/>
                  </a:spcBef>
                  <a:buClr>
                    <a:schemeClr val="lt2"/>
                  </a:buClr>
                  <a:buSzPts val="1400"/>
                  <a:buFont typeface="Roboto"/>
                  <a:buChar char="■"/>
                  <a:defRPr>
                    <a:solidFill>
                      <a:schemeClr val="lt2"/>
                    </a:solidFill>
                    <a:latin typeface="Roboto"/>
                    <a:ea typeface="Roboto"/>
                    <a:cs typeface="Roboto"/>
                  </a:defRPr>
                </a:lvl6pPr>
                <a:lvl7pPr marL="3200400" indent="-317500">
                  <a:lnSpc>
                    <a:spcPct val="115000"/>
                  </a:lnSpc>
                  <a:spcBef>
                    <a:spcPts val="1600"/>
                  </a:spcBef>
                  <a:buClr>
                    <a:schemeClr val="lt2"/>
                  </a:buClr>
                  <a:buSzPts val="1400"/>
                  <a:buFont typeface="Roboto"/>
                  <a:buChar char="●"/>
                  <a:defRPr>
                    <a:solidFill>
                      <a:schemeClr val="lt2"/>
                    </a:solidFill>
                    <a:latin typeface="Roboto"/>
                    <a:ea typeface="Roboto"/>
                    <a:cs typeface="Roboto"/>
                  </a:defRPr>
                </a:lvl7pPr>
                <a:lvl8pPr marL="3657600" indent="-317500">
                  <a:lnSpc>
                    <a:spcPct val="115000"/>
                  </a:lnSpc>
                  <a:spcBef>
                    <a:spcPts val="1600"/>
                  </a:spcBef>
                  <a:buClr>
                    <a:schemeClr val="lt2"/>
                  </a:buClr>
                  <a:buSzPts val="1400"/>
                  <a:buFont typeface="Roboto"/>
                  <a:buChar char="○"/>
                  <a:defRPr>
                    <a:solidFill>
                      <a:schemeClr val="lt2"/>
                    </a:solidFill>
                    <a:latin typeface="Roboto"/>
                    <a:ea typeface="Roboto"/>
                    <a:cs typeface="Roboto"/>
                  </a:defRPr>
                </a:lvl8pPr>
                <a:lvl9pPr marL="4114800" indent="-317500">
                  <a:lnSpc>
                    <a:spcPct val="115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chemeClr val="lt2"/>
                  </a:buClr>
                  <a:buSzPts val="1400"/>
                  <a:buFont typeface="Roboto"/>
                  <a:buChar char="■"/>
                  <a:defRPr>
                    <a:solidFill>
                      <a:schemeClr val="lt2"/>
                    </a:solidFill>
                    <a:latin typeface="Roboto"/>
                    <a:ea typeface="Roboto"/>
                    <a:cs typeface="Roboto"/>
                  </a:defRPr>
                </a:lvl9pPr>
              </a:lstStyle>
              <a:p>
                <a:r>
                  <a:rPr lang="en-US" b="1" dirty="0">
                    <a:sym typeface="Roboto"/>
                  </a:rPr>
                  <a:t>Claim</a:t>
                </a:r>
                <a:r>
                  <a:rPr lang="en-US" dirty="0">
                    <a:sym typeface="Roboto"/>
                  </a:rPr>
                  <a:t>: Average hours are the same for males and females.</a:t>
                </a:r>
              </a:p>
              <a:p>
                <a:r>
                  <a:rPr lang="en-US" dirty="0">
                    <a:sym typeface="Roboto"/>
                  </a:rPr>
                  <a:t>Null: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sym typeface="Roboto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sym typeface="Roboto"/>
                          </a:rPr>
                          <m:t>𝑯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sym typeface="Roboto"/>
                          </a:rPr>
                          <m:t>𝟎</m:t>
                        </m:r>
                      </m:sub>
                    </m:sSub>
                    <m:r>
                      <a:rPr lang="en-US" b="1">
                        <a:latin typeface="Cambria Math" panose="02040503050406030204" pitchFamily="18" charset="0"/>
                        <a:sym typeface="Roboto"/>
                      </a:rPr>
                      <m:t>: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  <a:sym typeface="Roboto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sym typeface="Roboto"/>
                          </a:rPr>
                          <m:t>𝝁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sym typeface="Roboto"/>
                          </a:rPr>
                          <m:t>𝒎𝒂𝒍𝒆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  <a:sym typeface="Roboto"/>
                      </a:rPr>
                      <m:t>=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  <a:sym typeface="Roboto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sym typeface="Roboto"/>
                          </a:rPr>
                          <m:t>𝝁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sym typeface="Roboto"/>
                          </a:rPr>
                          <m:t>𝒇𝒆𝒎𝒂𝒍𝒆</m:t>
                        </m:r>
                      </m:sub>
                    </m:sSub>
                  </m:oMath>
                </a14:m>
                <a:endParaRPr lang="en-US" b="1" i="1" dirty="0">
                  <a:sym typeface="Roboto"/>
                </a:endParaRPr>
              </a:p>
              <a:p>
                <a:r>
                  <a:rPr lang="en-US" dirty="0">
                    <a:sym typeface="Roboto"/>
                  </a:rPr>
                  <a:t>Alternative: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sym typeface="Roboto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sym typeface="Roboto"/>
                          </a:rPr>
                          <m:t>𝑯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sym typeface="Roboto"/>
                          </a:rPr>
                          <m:t>𝒂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sym typeface="Roboto"/>
                      </a:rPr>
                      <m:t>: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sym typeface="Roboto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sym typeface="Roboto"/>
                          </a:rPr>
                          <m:t>𝝁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sym typeface="Roboto"/>
                          </a:rPr>
                          <m:t>𝒎𝒂𝒍𝒆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  <a:sym typeface="Roboto"/>
                      </a:rPr>
                      <m:t>≠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sym typeface="Roboto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sym typeface="Roboto"/>
                          </a:rPr>
                          <m:t>𝝁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sym typeface="Roboto"/>
                          </a:rPr>
                          <m:t>𝒇𝒆𝒎𝒂𝒍𝒆</m:t>
                        </m:r>
                      </m:sub>
                    </m:sSub>
                  </m:oMath>
                </a14:m>
                <a:endParaRPr lang="en-US" i="1" dirty="0">
                  <a:sym typeface="Roboto"/>
                </a:endParaRPr>
              </a:p>
            </p:txBody>
          </p:sp>
        </mc:Choice>
        <mc:Fallback xmlns="">
          <p:sp>
            <p:nvSpPr>
              <p:cNvPr id="5" name="Text Placeholder 3">
                <a:extLst>
                  <a:ext uri="{FF2B5EF4-FFF2-40B4-BE49-F238E27FC236}">
                    <a16:creationId xmlns:a16="http://schemas.microsoft.com/office/drawing/2014/main" id="{81867A2D-B613-CE20-EE95-5CE4CEE6E3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9501" y="1536199"/>
                <a:ext cx="3837000" cy="3151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2635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3E611-53B7-A540-AC36-2F0DF8827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3790415-0151-4694-5F22-ED22281C5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Two-sample proportions test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846E2BF-0DAE-69E5-BED4-078C89357371}"/>
              </a:ext>
            </a:extLst>
          </p:cNvPr>
          <p:cNvSpPr txBox="1">
            <a:spLocks/>
          </p:cNvSpPr>
          <p:nvPr/>
        </p:nvSpPr>
        <p:spPr>
          <a:xfrm>
            <a:off x="364021" y="1532851"/>
            <a:ext cx="3840480" cy="3154680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250"/>
              </a:spcBef>
              <a:spcAft>
                <a:spcPts val="250"/>
              </a:spcAft>
              <a:buClr>
                <a:schemeClr val="lt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250"/>
              </a:spcBef>
              <a:spcAft>
                <a:spcPts val="25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</a:rPr>
              <a:t>This test compares the </a:t>
            </a:r>
            <a:r>
              <a:rPr lang="en-US" b="1" dirty="0">
                <a:solidFill>
                  <a:srgbClr val="FFC000"/>
                </a:solidFill>
              </a:rPr>
              <a:t>proportions</a:t>
            </a:r>
            <a:r>
              <a:rPr lang="en-US" dirty="0">
                <a:solidFill>
                  <a:schemeClr val="bg2"/>
                </a:solidFill>
              </a:rPr>
              <a:t> of two independent groups to see if they are different.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</a:rPr>
              <a:t>For example, is the proportion of overworked people the same for males and females?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3">
                <a:extLst>
                  <a:ext uri="{FF2B5EF4-FFF2-40B4-BE49-F238E27FC236}">
                    <a16:creationId xmlns:a16="http://schemas.microsoft.com/office/drawing/2014/main" id="{9C0B8468-C444-4319-7B6F-0D13C1A16D8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39501" y="1536199"/>
                <a:ext cx="3837000" cy="3151332"/>
              </a:xfrm>
              <a:prstGeom prst="rect">
                <a:avLst/>
              </a:prstGeom>
              <a:ln/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defPPr>
                <a:lvl1pPr marL="457200" indent="-342900">
                  <a:lnSpc>
                    <a:spcPct val="115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lt2"/>
                  </a:buClr>
                  <a:buSzPts val="1800"/>
                  <a:buFont typeface="Arial" panose="020B0604020202020204" pitchFamily="34" charset="0"/>
                  <a:buChar char="•"/>
                  <a:defRPr sz="1800">
                    <a:solidFill>
                      <a:schemeClr val="bg2"/>
                    </a:solidFill>
                    <a:latin typeface="Roboto"/>
                    <a:ea typeface="Roboto"/>
                    <a:cs typeface="Roboto"/>
                  </a:defRPr>
                </a:lvl1pPr>
                <a:lvl2pPr marL="914400" indent="-317500">
                  <a:lnSpc>
                    <a:spcPct val="115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lt2"/>
                  </a:buClr>
                  <a:buSzPts val="1400"/>
                  <a:buFont typeface="Roboto"/>
                  <a:buChar char="○"/>
                  <a:defRPr>
                    <a:solidFill>
                      <a:schemeClr val="lt2"/>
                    </a:solidFill>
                    <a:latin typeface="Roboto"/>
                    <a:ea typeface="Roboto"/>
                    <a:cs typeface="Roboto"/>
                  </a:defRPr>
                </a:lvl2pPr>
                <a:lvl3pPr marL="1371600" indent="-317500">
                  <a:lnSpc>
                    <a:spcPct val="115000"/>
                  </a:lnSpc>
                  <a:spcBef>
                    <a:spcPts val="1600"/>
                  </a:spcBef>
                  <a:buClr>
                    <a:schemeClr val="lt2"/>
                  </a:buClr>
                  <a:buSzPts val="1400"/>
                  <a:buFont typeface="Roboto"/>
                  <a:buChar char="■"/>
                  <a:defRPr>
                    <a:solidFill>
                      <a:schemeClr val="lt2"/>
                    </a:solidFill>
                    <a:latin typeface="Roboto"/>
                    <a:ea typeface="Roboto"/>
                    <a:cs typeface="Roboto"/>
                  </a:defRPr>
                </a:lvl3pPr>
                <a:lvl4pPr marL="1828800" indent="-317500">
                  <a:lnSpc>
                    <a:spcPct val="115000"/>
                  </a:lnSpc>
                  <a:spcBef>
                    <a:spcPts val="1600"/>
                  </a:spcBef>
                  <a:buClr>
                    <a:schemeClr val="lt2"/>
                  </a:buClr>
                  <a:buSzPts val="1400"/>
                  <a:buFont typeface="Roboto"/>
                  <a:buChar char="●"/>
                  <a:defRPr>
                    <a:solidFill>
                      <a:schemeClr val="lt2"/>
                    </a:solidFill>
                    <a:latin typeface="Roboto"/>
                    <a:ea typeface="Roboto"/>
                    <a:cs typeface="Roboto"/>
                  </a:defRPr>
                </a:lvl4pPr>
                <a:lvl5pPr marL="2286000" indent="-317500">
                  <a:lnSpc>
                    <a:spcPct val="115000"/>
                  </a:lnSpc>
                  <a:spcBef>
                    <a:spcPts val="1600"/>
                  </a:spcBef>
                  <a:buClr>
                    <a:schemeClr val="lt2"/>
                  </a:buClr>
                  <a:buSzPts val="1400"/>
                  <a:buFont typeface="Roboto"/>
                  <a:buChar char="○"/>
                  <a:defRPr>
                    <a:solidFill>
                      <a:schemeClr val="lt2"/>
                    </a:solidFill>
                    <a:latin typeface="Roboto"/>
                    <a:ea typeface="Roboto"/>
                    <a:cs typeface="Roboto"/>
                  </a:defRPr>
                </a:lvl5pPr>
                <a:lvl6pPr marL="2743200" indent="-317500">
                  <a:lnSpc>
                    <a:spcPct val="115000"/>
                  </a:lnSpc>
                  <a:spcBef>
                    <a:spcPts val="1600"/>
                  </a:spcBef>
                  <a:buClr>
                    <a:schemeClr val="lt2"/>
                  </a:buClr>
                  <a:buSzPts val="1400"/>
                  <a:buFont typeface="Roboto"/>
                  <a:buChar char="■"/>
                  <a:defRPr>
                    <a:solidFill>
                      <a:schemeClr val="lt2"/>
                    </a:solidFill>
                    <a:latin typeface="Roboto"/>
                    <a:ea typeface="Roboto"/>
                    <a:cs typeface="Roboto"/>
                  </a:defRPr>
                </a:lvl6pPr>
                <a:lvl7pPr marL="3200400" indent="-317500">
                  <a:lnSpc>
                    <a:spcPct val="115000"/>
                  </a:lnSpc>
                  <a:spcBef>
                    <a:spcPts val="1600"/>
                  </a:spcBef>
                  <a:buClr>
                    <a:schemeClr val="lt2"/>
                  </a:buClr>
                  <a:buSzPts val="1400"/>
                  <a:buFont typeface="Roboto"/>
                  <a:buChar char="●"/>
                  <a:defRPr>
                    <a:solidFill>
                      <a:schemeClr val="lt2"/>
                    </a:solidFill>
                    <a:latin typeface="Roboto"/>
                    <a:ea typeface="Roboto"/>
                    <a:cs typeface="Roboto"/>
                  </a:defRPr>
                </a:lvl7pPr>
                <a:lvl8pPr marL="3657600" indent="-317500">
                  <a:lnSpc>
                    <a:spcPct val="115000"/>
                  </a:lnSpc>
                  <a:spcBef>
                    <a:spcPts val="1600"/>
                  </a:spcBef>
                  <a:buClr>
                    <a:schemeClr val="lt2"/>
                  </a:buClr>
                  <a:buSzPts val="1400"/>
                  <a:buFont typeface="Roboto"/>
                  <a:buChar char="○"/>
                  <a:defRPr>
                    <a:solidFill>
                      <a:schemeClr val="lt2"/>
                    </a:solidFill>
                    <a:latin typeface="Roboto"/>
                    <a:ea typeface="Roboto"/>
                    <a:cs typeface="Roboto"/>
                  </a:defRPr>
                </a:lvl8pPr>
                <a:lvl9pPr marL="4114800" indent="-317500">
                  <a:lnSpc>
                    <a:spcPct val="115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chemeClr val="lt2"/>
                  </a:buClr>
                  <a:buSzPts val="1400"/>
                  <a:buFont typeface="Roboto"/>
                  <a:buChar char="■"/>
                  <a:defRPr>
                    <a:solidFill>
                      <a:schemeClr val="lt2"/>
                    </a:solidFill>
                    <a:latin typeface="Roboto"/>
                    <a:ea typeface="Roboto"/>
                    <a:cs typeface="Roboto"/>
                  </a:defRPr>
                </a:lvl9pPr>
              </a:lstStyle>
              <a:p>
                <a:r>
                  <a:rPr lang="en-US" b="1" dirty="0">
                    <a:sym typeface="Roboto"/>
                  </a:rPr>
                  <a:t>Claim</a:t>
                </a:r>
                <a:r>
                  <a:rPr lang="en-US" dirty="0">
                    <a:sym typeface="Roboto"/>
                  </a:rPr>
                  <a:t>: Proportions of overworked people are the same for males and females.</a:t>
                </a:r>
              </a:p>
              <a:p>
                <a:r>
                  <a:rPr lang="en-US" dirty="0">
                    <a:sym typeface="Roboto"/>
                  </a:rPr>
                  <a:t>Null: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sym typeface="Roboto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sym typeface="Roboto"/>
                          </a:rPr>
                          <m:t>𝑯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sym typeface="Roboto"/>
                          </a:rPr>
                          <m:t>𝟎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  <a:sym typeface="Roboto"/>
                      </a:rPr>
                      <m:t>: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  <a:sym typeface="Roboto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sym typeface="Roboto"/>
                          </a:rPr>
                          <m:t>𝒑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sym typeface="Roboto"/>
                          </a:rPr>
                          <m:t>𝒎𝒂𝒍𝒆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  <a:sym typeface="Roboto"/>
                      </a:rPr>
                      <m:t>=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  <a:sym typeface="Roboto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sym typeface="Roboto"/>
                          </a:rPr>
                          <m:t>𝒑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sym typeface="Roboto"/>
                          </a:rPr>
                          <m:t>𝒇𝒆𝒎𝒂𝒍𝒆</m:t>
                        </m:r>
                      </m:sub>
                    </m:sSub>
                  </m:oMath>
                </a14:m>
                <a:endParaRPr lang="en-US" b="1" i="1" dirty="0">
                  <a:sym typeface="Roboto"/>
                </a:endParaRPr>
              </a:p>
              <a:p>
                <a:r>
                  <a:rPr lang="en-US" dirty="0">
                    <a:sym typeface="Roboto"/>
                  </a:rPr>
                  <a:t>Alternative: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sym typeface="Roboto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sym typeface="Roboto"/>
                          </a:rPr>
                          <m:t>𝑯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sym typeface="Roboto"/>
                          </a:rPr>
                          <m:t>𝒂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sym typeface="Roboto"/>
                      </a:rPr>
                      <m:t>: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sym typeface="Roboto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sym typeface="Roboto"/>
                          </a:rPr>
                          <m:t>𝒑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sym typeface="Roboto"/>
                          </a:rPr>
                          <m:t>𝒎𝒂𝒍𝒆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  <a:sym typeface="Roboto"/>
                      </a:rPr>
                      <m:t>≠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sym typeface="Roboto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sym typeface="Roboto"/>
                          </a:rPr>
                          <m:t>𝒑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sym typeface="Roboto"/>
                          </a:rPr>
                          <m:t>𝒇𝒆𝒎𝒂𝒍𝒆</m:t>
                        </m:r>
                      </m:sub>
                    </m:sSub>
                  </m:oMath>
                </a14:m>
                <a:endParaRPr lang="en-US" dirty="0">
                  <a:sym typeface="Roboto"/>
                </a:endParaRPr>
              </a:p>
            </p:txBody>
          </p:sp>
        </mc:Choice>
        <mc:Fallback xmlns="">
          <p:sp>
            <p:nvSpPr>
              <p:cNvPr id="5" name="Text Placeholder 3">
                <a:extLst>
                  <a:ext uri="{FF2B5EF4-FFF2-40B4-BE49-F238E27FC236}">
                    <a16:creationId xmlns:a16="http://schemas.microsoft.com/office/drawing/2014/main" id="{9C0B8468-C444-4319-7B6F-0D13C1A16D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9501" y="1536199"/>
                <a:ext cx="3837000" cy="3151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8513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FF4D6-66C7-85AF-96CA-1E334C855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0ED8B11-9E1A-3C74-D985-9B65CB541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Chi-squared test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46B495D-7E79-A543-E9A8-8039F773D454}"/>
              </a:ext>
            </a:extLst>
          </p:cNvPr>
          <p:cNvSpPr txBox="1">
            <a:spLocks/>
          </p:cNvSpPr>
          <p:nvPr/>
        </p:nvSpPr>
        <p:spPr>
          <a:xfrm>
            <a:off x="364021" y="1532851"/>
            <a:ext cx="3840480" cy="3154680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250"/>
              </a:spcBef>
              <a:spcAft>
                <a:spcPts val="250"/>
              </a:spcAft>
              <a:buClr>
                <a:schemeClr val="lt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250"/>
              </a:spcBef>
              <a:spcAft>
                <a:spcPts val="25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</a:rPr>
              <a:t>This test is used to compare </a:t>
            </a:r>
            <a:r>
              <a:rPr lang="en-US" b="1" dirty="0">
                <a:solidFill>
                  <a:srgbClr val="FFC000"/>
                </a:solidFill>
              </a:rPr>
              <a:t>proportions across more than two groups</a:t>
            </a:r>
            <a:r>
              <a:rPr lang="en-US" dirty="0">
                <a:solidFill>
                  <a:schemeClr val="bg2"/>
                </a:solidFill>
              </a:rPr>
              <a:t>. It checks if there is a significant association between two categorical variables.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</a:rPr>
              <a:t>Question: Is the proportion of "overworked" people different across the 4 U.S. regions?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Placeholder 3">
                <a:extLst>
                  <a:ext uri="{FF2B5EF4-FFF2-40B4-BE49-F238E27FC236}">
                    <a16:creationId xmlns:a16="http://schemas.microsoft.com/office/drawing/2014/main" id="{503CE705-610E-CF03-280E-C94F3852F3D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39501" y="1536199"/>
                <a:ext cx="3837000" cy="3151332"/>
              </a:xfrm>
              <a:prstGeom prst="rect">
                <a:avLst/>
              </a:prstGeom>
              <a:ln/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defPPr>
                <a:lvl1pPr marL="457200" indent="-342900">
                  <a:lnSpc>
                    <a:spcPct val="115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lt2"/>
                  </a:buClr>
                  <a:buSzPts val="1800"/>
                  <a:buFont typeface="Arial" panose="020B0604020202020204" pitchFamily="34" charset="0"/>
                  <a:buChar char="•"/>
                  <a:defRPr sz="1800">
                    <a:solidFill>
                      <a:schemeClr val="bg2"/>
                    </a:solidFill>
                    <a:latin typeface="Roboto"/>
                    <a:ea typeface="Roboto"/>
                    <a:cs typeface="Roboto"/>
                  </a:defRPr>
                </a:lvl1pPr>
                <a:lvl2pPr marL="914400" indent="-317500">
                  <a:lnSpc>
                    <a:spcPct val="115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lt2"/>
                  </a:buClr>
                  <a:buSzPts val="1400"/>
                  <a:buFont typeface="Roboto"/>
                  <a:buChar char="○"/>
                  <a:defRPr>
                    <a:solidFill>
                      <a:schemeClr val="lt2"/>
                    </a:solidFill>
                    <a:latin typeface="Roboto"/>
                    <a:ea typeface="Roboto"/>
                    <a:cs typeface="Roboto"/>
                  </a:defRPr>
                </a:lvl2pPr>
                <a:lvl3pPr marL="1371600" indent="-317500">
                  <a:lnSpc>
                    <a:spcPct val="115000"/>
                  </a:lnSpc>
                  <a:spcBef>
                    <a:spcPts val="1600"/>
                  </a:spcBef>
                  <a:buClr>
                    <a:schemeClr val="lt2"/>
                  </a:buClr>
                  <a:buSzPts val="1400"/>
                  <a:buFont typeface="Roboto"/>
                  <a:buChar char="■"/>
                  <a:defRPr>
                    <a:solidFill>
                      <a:schemeClr val="lt2"/>
                    </a:solidFill>
                    <a:latin typeface="Roboto"/>
                    <a:ea typeface="Roboto"/>
                    <a:cs typeface="Roboto"/>
                  </a:defRPr>
                </a:lvl3pPr>
                <a:lvl4pPr marL="1828800" indent="-317500">
                  <a:lnSpc>
                    <a:spcPct val="115000"/>
                  </a:lnSpc>
                  <a:spcBef>
                    <a:spcPts val="1600"/>
                  </a:spcBef>
                  <a:buClr>
                    <a:schemeClr val="lt2"/>
                  </a:buClr>
                  <a:buSzPts val="1400"/>
                  <a:buFont typeface="Roboto"/>
                  <a:buChar char="●"/>
                  <a:defRPr>
                    <a:solidFill>
                      <a:schemeClr val="lt2"/>
                    </a:solidFill>
                    <a:latin typeface="Roboto"/>
                    <a:ea typeface="Roboto"/>
                    <a:cs typeface="Roboto"/>
                  </a:defRPr>
                </a:lvl4pPr>
                <a:lvl5pPr marL="2286000" indent="-317500">
                  <a:lnSpc>
                    <a:spcPct val="115000"/>
                  </a:lnSpc>
                  <a:spcBef>
                    <a:spcPts val="1600"/>
                  </a:spcBef>
                  <a:buClr>
                    <a:schemeClr val="lt2"/>
                  </a:buClr>
                  <a:buSzPts val="1400"/>
                  <a:buFont typeface="Roboto"/>
                  <a:buChar char="○"/>
                  <a:defRPr>
                    <a:solidFill>
                      <a:schemeClr val="lt2"/>
                    </a:solidFill>
                    <a:latin typeface="Roboto"/>
                    <a:ea typeface="Roboto"/>
                    <a:cs typeface="Roboto"/>
                  </a:defRPr>
                </a:lvl5pPr>
                <a:lvl6pPr marL="2743200" indent="-317500">
                  <a:lnSpc>
                    <a:spcPct val="115000"/>
                  </a:lnSpc>
                  <a:spcBef>
                    <a:spcPts val="1600"/>
                  </a:spcBef>
                  <a:buClr>
                    <a:schemeClr val="lt2"/>
                  </a:buClr>
                  <a:buSzPts val="1400"/>
                  <a:buFont typeface="Roboto"/>
                  <a:buChar char="■"/>
                  <a:defRPr>
                    <a:solidFill>
                      <a:schemeClr val="lt2"/>
                    </a:solidFill>
                    <a:latin typeface="Roboto"/>
                    <a:ea typeface="Roboto"/>
                    <a:cs typeface="Roboto"/>
                  </a:defRPr>
                </a:lvl6pPr>
                <a:lvl7pPr marL="3200400" indent="-317500">
                  <a:lnSpc>
                    <a:spcPct val="115000"/>
                  </a:lnSpc>
                  <a:spcBef>
                    <a:spcPts val="1600"/>
                  </a:spcBef>
                  <a:buClr>
                    <a:schemeClr val="lt2"/>
                  </a:buClr>
                  <a:buSzPts val="1400"/>
                  <a:buFont typeface="Roboto"/>
                  <a:buChar char="●"/>
                  <a:defRPr>
                    <a:solidFill>
                      <a:schemeClr val="lt2"/>
                    </a:solidFill>
                    <a:latin typeface="Roboto"/>
                    <a:ea typeface="Roboto"/>
                    <a:cs typeface="Roboto"/>
                  </a:defRPr>
                </a:lvl7pPr>
                <a:lvl8pPr marL="3657600" indent="-317500">
                  <a:lnSpc>
                    <a:spcPct val="115000"/>
                  </a:lnSpc>
                  <a:spcBef>
                    <a:spcPts val="1600"/>
                  </a:spcBef>
                  <a:buClr>
                    <a:schemeClr val="lt2"/>
                  </a:buClr>
                  <a:buSzPts val="1400"/>
                  <a:buFont typeface="Roboto"/>
                  <a:buChar char="○"/>
                  <a:defRPr>
                    <a:solidFill>
                      <a:schemeClr val="lt2"/>
                    </a:solidFill>
                    <a:latin typeface="Roboto"/>
                    <a:ea typeface="Roboto"/>
                    <a:cs typeface="Roboto"/>
                  </a:defRPr>
                </a:lvl8pPr>
                <a:lvl9pPr marL="4114800" indent="-317500">
                  <a:lnSpc>
                    <a:spcPct val="115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chemeClr val="lt2"/>
                  </a:buClr>
                  <a:buSzPts val="1400"/>
                  <a:buFont typeface="Roboto"/>
                  <a:buChar char="■"/>
                  <a:defRPr>
                    <a:solidFill>
                      <a:schemeClr val="lt2"/>
                    </a:solidFill>
                    <a:latin typeface="Roboto"/>
                    <a:ea typeface="Roboto"/>
                    <a:cs typeface="Roboto"/>
                  </a:defRPr>
                </a:lvl9pPr>
              </a:lstStyle>
              <a:p>
                <a:r>
                  <a:rPr lang="en-US" b="1" dirty="0">
                    <a:sym typeface="Roboto"/>
                  </a:rPr>
                  <a:t>Claim</a:t>
                </a:r>
                <a:r>
                  <a:rPr lang="en-US">
                    <a:sym typeface="Roboto"/>
                  </a:rPr>
                  <a:t>: Proportions </a:t>
                </a:r>
                <a:r>
                  <a:rPr lang="en-US" dirty="0">
                    <a:sym typeface="Roboto"/>
                  </a:rPr>
                  <a:t>of </a:t>
                </a:r>
                <a:r>
                  <a:rPr lang="en-US">
                    <a:sym typeface="Roboto"/>
                  </a:rPr>
                  <a:t>overworked people are the same across regions.</a:t>
                </a:r>
                <a:endParaRPr lang="en-US" dirty="0">
                  <a:sym typeface="Roboto"/>
                </a:endParaRPr>
              </a:p>
              <a:p>
                <a:r>
                  <a:rPr lang="en-US" dirty="0">
                    <a:sym typeface="Roboto"/>
                  </a:rPr>
                  <a:t>Null: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sym typeface="Roboto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sym typeface="Roboto"/>
                          </a:rPr>
                          <m:t>𝑯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sym typeface="Roboto"/>
                          </a:rPr>
                          <m:t>𝟎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  <a:sym typeface="Roboto"/>
                      </a:rPr>
                      <m:t>: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  <a:sym typeface="Roboto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sym typeface="Roboto"/>
                          </a:rPr>
                          <m:t>𝒑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sym typeface="Roboto"/>
                          </a:rPr>
                          <m:t>𝒊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  <a:sym typeface="Roboto"/>
                      </a:rPr>
                      <m:t>=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  <a:sym typeface="Roboto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sym typeface="Roboto"/>
                          </a:rPr>
                          <m:t>𝒑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sym typeface="Roboto"/>
                          </a:rPr>
                          <m:t>𝒋</m:t>
                        </m:r>
                      </m:sub>
                    </m:sSub>
                  </m:oMath>
                </a14:m>
                <a:endParaRPr lang="en-US" b="1" i="1" dirty="0">
                  <a:sym typeface="Roboto"/>
                </a:endParaRPr>
              </a:p>
              <a:p>
                <a:r>
                  <a:rPr lang="en-US" dirty="0">
                    <a:sym typeface="Roboto"/>
                  </a:rPr>
                  <a:t>Alternative: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sym typeface="Roboto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sym typeface="Roboto"/>
                          </a:rPr>
                          <m:t>𝑯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sym typeface="Roboto"/>
                          </a:rPr>
                          <m:t>𝒂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  <a:sym typeface="Roboto"/>
                      </a:rPr>
                      <m:t>: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sym typeface="Roboto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sym typeface="Roboto"/>
                          </a:rPr>
                          <m:t>𝒑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sym typeface="Roboto"/>
                          </a:rPr>
                          <m:t>𝒊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  <a:sym typeface="Roboto"/>
                      </a:rPr>
                      <m:t>≠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sym typeface="Roboto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sym typeface="Roboto"/>
                          </a:rPr>
                          <m:t>𝒑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sym typeface="Roboto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dirty="0">
                    <a:sym typeface="Roboto"/>
                  </a:rPr>
                  <a:t> for at least one region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Roboto"/>
                      </a:rPr>
                      <m:t>𝑗</m:t>
                    </m:r>
                  </m:oMath>
                </a14:m>
                <a:r>
                  <a:rPr lang="en-US" dirty="0">
                    <a:sym typeface="Roboto"/>
                  </a:rPr>
                  <a:t>.</a:t>
                </a:r>
              </a:p>
            </p:txBody>
          </p:sp>
        </mc:Choice>
        <mc:Fallback>
          <p:sp>
            <p:nvSpPr>
              <p:cNvPr id="5" name="Text Placeholder 3">
                <a:extLst>
                  <a:ext uri="{FF2B5EF4-FFF2-40B4-BE49-F238E27FC236}">
                    <a16:creationId xmlns:a16="http://schemas.microsoft.com/office/drawing/2014/main" id="{503CE705-610E-CF03-280E-C94F3852F3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9501" y="1536199"/>
                <a:ext cx="3837000" cy="3151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7569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31C5DE-6BB0-EBA2-C085-E00FE892D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tests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F8E113B-A9BD-A865-A658-825700EB81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69115798"/>
              </p:ext>
            </p:extLst>
          </p:nvPr>
        </p:nvGraphicFramePr>
        <p:xfrm>
          <a:off x="801398" y="1686560"/>
          <a:ext cx="7563104" cy="292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90565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6EBC7-97D4-C66E-30A6-148C30402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</p:spPr>
        <p:txBody>
          <a:bodyPr/>
          <a:lstStyle/>
          <a:p>
            <a:r>
              <a:rPr lang="en-US" dirty="0"/>
              <a:t>To-do list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A9F882-4B94-D501-2F2E-20CBA9C3B11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</p:spPr>
        <p:txBody>
          <a:bodyPr/>
          <a:lstStyle/>
          <a:p>
            <a:r>
              <a:rPr lang="en-US" b="1" dirty="0">
                <a:solidFill>
                  <a:schemeClr val="accent6"/>
                </a:solidFill>
              </a:rPr>
              <a:t>Complete Data Exercise 7</a:t>
            </a:r>
          </a:p>
          <a:p>
            <a:pPr lvl="1"/>
            <a:r>
              <a:rPr lang="en-US" dirty="0"/>
              <a:t>Upload Jupyter notebook (.ipynb file) and HTML file on </a:t>
            </a:r>
            <a:r>
              <a:rPr lang="en-US" b="1" dirty="0">
                <a:solidFill>
                  <a:srgbClr val="FFC000"/>
                </a:solidFill>
              </a:rPr>
              <a:t>November 9</a:t>
            </a:r>
          </a:p>
          <a:p>
            <a:r>
              <a:rPr lang="en-US" b="1" dirty="0">
                <a:solidFill>
                  <a:srgbClr val="FFC000"/>
                </a:solidFill>
              </a:rPr>
              <a:t>Complete Data Exercise 8</a:t>
            </a:r>
          </a:p>
          <a:p>
            <a:pPr lvl="1"/>
            <a:r>
              <a:rPr lang="en-US" dirty="0"/>
              <a:t>Upload Jupyter notebook (.</a:t>
            </a:r>
            <a:r>
              <a:rPr lang="en-US" dirty="0" err="1"/>
              <a:t>ipynb</a:t>
            </a:r>
            <a:r>
              <a:rPr lang="en-US" dirty="0"/>
              <a:t> file) and HTML file on </a:t>
            </a:r>
            <a:r>
              <a:rPr lang="en-US" b="1" dirty="0">
                <a:solidFill>
                  <a:srgbClr val="FFC000"/>
                </a:solidFill>
              </a:rPr>
              <a:t>November 16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981089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Custom 3">
      <a:dk1>
        <a:srgbClr val="01598D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1922</TotalTime>
  <Words>516</Words>
  <Application>Microsoft Office PowerPoint</Application>
  <PresentationFormat>On-screen Show (16:9)</PresentationFormat>
  <Paragraphs>56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Cambria Math</vt:lpstr>
      <vt:lpstr>Roboto</vt:lpstr>
      <vt:lpstr>Arial</vt:lpstr>
      <vt:lpstr>Material</vt:lpstr>
      <vt:lpstr>DATA SCIENCE FOR ECONOMISTS</vt:lpstr>
      <vt:lpstr>Outline</vt:lpstr>
      <vt:lpstr>One-sample 𝑡-test</vt:lpstr>
      <vt:lpstr>One-sample 𝑡-test </vt:lpstr>
      <vt:lpstr>Two-sample 𝑡-test</vt:lpstr>
      <vt:lpstr>Two-sample proportions test</vt:lpstr>
      <vt:lpstr>Chi-squared test</vt:lpstr>
      <vt:lpstr>Summary of tests</vt:lpstr>
      <vt:lpstr>To-do list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Baca Obando, Jafet</cp:lastModifiedBy>
  <cp:revision>7</cp:revision>
  <dcterms:modified xsi:type="dcterms:W3CDTF">2025-11-07T16:09:59Z</dcterms:modified>
</cp:coreProperties>
</file>