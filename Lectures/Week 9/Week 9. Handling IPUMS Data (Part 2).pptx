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handoutMasterIdLst>
    <p:handoutMasterId r:id="rId17"/>
  </p:handoutMasterIdLst>
  <p:sldIdLst>
    <p:sldId id="256" r:id="rId2"/>
    <p:sldId id="301" r:id="rId3"/>
    <p:sldId id="303" r:id="rId4"/>
    <p:sldId id="319" r:id="rId5"/>
    <p:sldId id="267" r:id="rId6"/>
    <p:sldId id="313" r:id="rId7"/>
    <p:sldId id="306" r:id="rId8"/>
    <p:sldId id="314" r:id="rId9"/>
    <p:sldId id="315" r:id="rId10"/>
    <p:sldId id="316" r:id="rId11"/>
    <p:sldId id="317" r:id="rId12"/>
    <p:sldId id="318" r:id="rId13"/>
    <p:sldId id="288" r:id="rId14"/>
    <p:sldId id="272" r:id="rId1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D782F8-71EC-4A0E-AB34-B1CDB0868ADD}" v="25" dt="2025-10-24T13:44:04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30" y="26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fet Baca" userId="e9aa8a7d9ee7777b" providerId="LiveId" clId="{311F5A97-4221-4547-8FCC-FE69D99686D5}"/>
    <pc:docChg chg="undo custSel addSld delSld modSld sldOrd modMainMaster">
      <pc:chgData name="Jafet Baca" userId="e9aa8a7d9ee7777b" providerId="LiveId" clId="{311F5A97-4221-4547-8FCC-FE69D99686D5}" dt="2025-08-28T02:28:18.137" v="2108" actId="478"/>
      <pc:docMkLst>
        <pc:docMk/>
      </pc:docMkLst>
      <pc:sldChg chg="modSp mod">
        <pc:chgData name="Jafet Baca" userId="e9aa8a7d9ee7777b" providerId="LiveId" clId="{311F5A97-4221-4547-8FCC-FE69D99686D5}" dt="2025-08-27T13:40:58.369" v="1236" actId="20577"/>
        <pc:sldMkLst>
          <pc:docMk/>
          <pc:sldMk cId="0" sldId="256"/>
        </pc:sldMkLst>
      </pc:sldChg>
      <pc:sldChg chg="del">
        <pc:chgData name="Jafet Baca" userId="e9aa8a7d9ee7777b" providerId="LiveId" clId="{311F5A97-4221-4547-8FCC-FE69D99686D5}" dt="2025-08-27T13:34:20.459" v="1007" actId="47"/>
        <pc:sldMkLst>
          <pc:docMk/>
          <pc:sldMk cId="0" sldId="257"/>
        </pc:sldMkLst>
      </pc:sldChg>
      <pc:sldChg chg="addSp delSp modSp mod chgLayout">
        <pc:chgData name="Jafet Baca" userId="e9aa8a7d9ee7777b" providerId="LiveId" clId="{311F5A97-4221-4547-8FCC-FE69D99686D5}" dt="2025-08-28T01:54:06.188" v="1501" actId="20577"/>
        <pc:sldMkLst>
          <pc:docMk/>
          <pc:sldMk cId="0" sldId="258"/>
        </pc:sldMkLst>
      </pc:sldChg>
      <pc:sldChg chg="del">
        <pc:chgData name="Jafet Baca" userId="e9aa8a7d9ee7777b" providerId="LiveId" clId="{311F5A97-4221-4547-8FCC-FE69D99686D5}" dt="2025-08-27T12:51:55.596" v="17" actId="2696"/>
        <pc:sldMkLst>
          <pc:docMk/>
          <pc:sldMk cId="0" sldId="259"/>
        </pc:sldMkLst>
      </pc:sldChg>
      <pc:sldChg chg="del">
        <pc:chgData name="Jafet Baca" userId="e9aa8a7d9ee7777b" providerId="LiveId" clId="{311F5A97-4221-4547-8FCC-FE69D99686D5}" dt="2025-08-27T12:51:59.949" v="18" actId="2696"/>
        <pc:sldMkLst>
          <pc:docMk/>
          <pc:sldMk cId="0" sldId="260"/>
        </pc:sldMkLst>
      </pc:sldChg>
      <pc:sldChg chg="addSp delSp modSp mod chgLayout">
        <pc:chgData name="Jafet Baca" userId="e9aa8a7d9ee7777b" providerId="LiveId" clId="{311F5A97-4221-4547-8FCC-FE69D99686D5}" dt="2025-08-28T01:49:37.503" v="1416" actId="6264"/>
        <pc:sldMkLst>
          <pc:docMk/>
          <pc:sldMk cId="0" sldId="261"/>
        </pc:sldMkLst>
      </pc:sldChg>
      <pc:sldChg chg="del">
        <pc:chgData name="Jafet Baca" userId="e9aa8a7d9ee7777b" providerId="LiveId" clId="{311F5A97-4221-4547-8FCC-FE69D99686D5}" dt="2025-08-27T13:28:14.925" v="971" actId="47"/>
        <pc:sldMkLst>
          <pc:docMk/>
          <pc:sldMk cId="0" sldId="262"/>
        </pc:sldMkLst>
      </pc:sldChg>
      <pc:sldChg chg="add del">
        <pc:chgData name="Jafet Baca" userId="e9aa8a7d9ee7777b" providerId="LiveId" clId="{311F5A97-4221-4547-8FCC-FE69D99686D5}" dt="2025-08-27T13:28:35.372" v="974" actId="47"/>
        <pc:sldMkLst>
          <pc:docMk/>
          <pc:sldMk cId="0" sldId="263"/>
        </pc:sldMkLst>
      </pc:sldChg>
      <pc:sldChg chg="modSp mod">
        <pc:chgData name="Jafet Baca" userId="e9aa8a7d9ee7777b" providerId="LiveId" clId="{311F5A97-4221-4547-8FCC-FE69D99686D5}" dt="2025-08-27T13:28:46.691" v="1002" actId="20577"/>
        <pc:sldMkLst>
          <pc:docMk/>
          <pc:sldMk cId="0" sldId="264"/>
        </pc:sldMkLst>
      </pc:sldChg>
      <pc:sldChg chg="del">
        <pc:chgData name="Jafet Baca" userId="e9aa8a7d9ee7777b" providerId="LiveId" clId="{311F5A97-4221-4547-8FCC-FE69D99686D5}" dt="2025-08-27T13:28:50.992" v="1003" actId="47"/>
        <pc:sldMkLst>
          <pc:docMk/>
          <pc:sldMk cId="0" sldId="265"/>
        </pc:sldMkLst>
      </pc:sldChg>
      <pc:sldChg chg="addSp delSp modSp mod chgLayout">
        <pc:chgData name="Jafet Baca" userId="e9aa8a7d9ee7777b" providerId="LiveId" clId="{311F5A97-4221-4547-8FCC-FE69D99686D5}" dt="2025-08-28T01:52:29.906" v="1419" actId="700"/>
        <pc:sldMkLst>
          <pc:docMk/>
          <pc:sldMk cId="2448736150" sldId="266"/>
        </pc:sldMkLst>
      </pc:sldChg>
      <pc:sldChg chg="addSp delSp modSp add mod chgLayout">
        <pc:chgData name="Jafet Baca" userId="e9aa8a7d9ee7777b" providerId="LiveId" clId="{311F5A97-4221-4547-8FCC-FE69D99686D5}" dt="2025-08-28T02:20:39.519" v="1854" actId="20577"/>
        <pc:sldMkLst>
          <pc:docMk/>
          <pc:sldMk cId="146951357" sldId="267"/>
        </pc:sldMkLst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3637055690" sldId="268"/>
        </pc:sldMkLst>
      </pc:sldChg>
      <pc:sldChg chg="addSp delSp modSp new mod chgLayout">
        <pc:chgData name="Jafet Baca" userId="e9aa8a7d9ee7777b" providerId="LiveId" clId="{311F5A97-4221-4547-8FCC-FE69D99686D5}" dt="2025-08-28T01:52:29.906" v="1419" actId="700"/>
        <pc:sldMkLst>
          <pc:docMk/>
          <pc:sldMk cId="1016271269" sldId="269"/>
        </pc:sldMkLst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2205698864" sldId="270"/>
        </pc:sldMkLst>
      </pc:sldChg>
      <pc:sldChg chg="addSp delSp modSp add mod ord chgLayout">
        <pc:chgData name="Jafet Baca" userId="e9aa8a7d9ee7777b" providerId="LiveId" clId="{311F5A97-4221-4547-8FCC-FE69D99686D5}" dt="2025-08-28T02:13:51.979" v="1774" actId="20577"/>
        <pc:sldMkLst>
          <pc:docMk/>
          <pc:sldMk cId="3153270963" sldId="271"/>
        </pc:sldMkLst>
      </pc:sldChg>
      <pc:sldChg chg="addSp delSp modSp new mod chgLayout">
        <pc:chgData name="Jafet Baca" userId="e9aa8a7d9ee7777b" providerId="LiveId" clId="{311F5A97-4221-4547-8FCC-FE69D99686D5}" dt="2025-08-28T02:28:18.137" v="2108" actId="478"/>
        <pc:sldMkLst>
          <pc:docMk/>
          <pc:sldMk cId="3202981089" sldId="272"/>
        </pc:sldMkLst>
      </pc:sldChg>
      <pc:sldChg chg="modSp add del mod modTransition modClrScheme chgLayout">
        <pc:chgData name="Jafet Baca" userId="e9aa8a7d9ee7777b" providerId="LiveId" clId="{311F5A97-4221-4547-8FCC-FE69D99686D5}" dt="2025-08-27T13:36:44.646" v="1010" actId="48537"/>
        <pc:sldMkLst>
          <pc:docMk/>
          <pc:sldMk cId="1614480568" sldId="273"/>
        </pc:sldMkLst>
      </pc:sldChg>
      <pc:sldChg chg="addSp delSp modSp add mod chgLayout">
        <pc:chgData name="Jafet Baca" userId="e9aa8a7d9ee7777b" providerId="LiveId" clId="{311F5A97-4221-4547-8FCC-FE69D99686D5}" dt="2025-08-28T02:28:03.194" v="2107" actId="20577"/>
        <pc:sldMkLst>
          <pc:docMk/>
          <pc:sldMk cId="1722430344" sldId="273"/>
        </pc:sldMkLst>
      </pc:sldChg>
      <pc:sldMasterChg chg="addSldLayout delSldLayout modSldLayout">
        <pc:chgData name="Jafet Baca" userId="e9aa8a7d9ee7777b" providerId="LiveId" clId="{311F5A97-4221-4547-8FCC-FE69D99686D5}" dt="2025-08-28T01:55:31.592" v="1508" actId="14100"/>
        <pc:sldMasterMkLst>
          <pc:docMk/>
          <pc:sldMasterMk cId="0" sldId="2147483659"/>
        </pc:sldMasterMkLst>
        <pc:sldLayoutChg chg="del">
          <pc:chgData name="Jafet Baca" userId="e9aa8a7d9ee7777b" providerId="LiveId" clId="{311F5A97-4221-4547-8FCC-FE69D99686D5}" dt="2025-08-27T13:34:20.459" v="1007" actId="47"/>
          <pc:sldLayoutMkLst>
            <pc:docMk/>
            <pc:sldMasterMk cId="0" sldId="2147483659"/>
            <pc:sldLayoutMk cId="0" sldId="2147483649"/>
          </pc:sldLayoutMkLst>
        </pc:sldLayoutChg>
        <pc:sldLayoutChg chg="addSp delSp modSp mod">
          <pc:chgData name="Jafet Baca" userId="e9aa8a7d9ee7777b" providerId="LiveId" clId="{311F5A97-4221-4547-8FCC-FE69D99686D5}" dt="2025-08-28T01:53:40.895" v="1497" actId="14100"/>
          <pc:sldLayoutMkLst>
            <pc:docMk/>
            <pc:sldMasterMk cId="0" sldId="2147483659"/>
            <pc:sldLayoutMk cId="0" sldId="2147483650"/>
          </pc:sldLayoutMkLst>
        </pc:sldLayoutChg>
        <pc:sldLayoutChg chg="del">
          <pc:chgData name="Jafet Baca" userId="e9aa8a7d9ee7777b" providerId="LiveId" clId="{311F5A97-4221-4547-8FCC-FE69D99686D5}" dt="2025-08-27T12:51:55.596" v="17" actId="2696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Jafet Baca" userId="e9aa8a7d9ee7777b" providerId="LiveId" clId="{311F5A97-4221-4547-8FCC-FE69D99686D5}" dt="2025-08-27T13:28:50.992" v="1003" actId="47"/>
          <pc:sldLayoutMkLst>
            <pc:docMk/>
            <pc:sldMasterMk cId="0" sldId="2147483659"/>
            <pc:sldLayoutMk cId="0" sldId="2147483653"/>
          </pc:sldLayoutMkLst>
        </pc:sldLayoutChg>
        <pc:sldLayoutChg chg="modSp mod">
          <pc:chgData name="Jafet Baca" userId="e9aa8a7d9ee7777b" providerId="LiveId" clId="{311F5A97-4221-4547-8FCC-FE69D99686D5}" dt="2025-08-28T01:55:31.592" v="1508" actId="14100"/>
          <pc:sldLayoutMkLst>
            <pc:docMk/>
            <pc:sldMasterMk cId="0" sldId="2147483659"/>
            <pc:sldLayoutMk cId="0" sldId="2147483657"/>
          </pc:sldLayoutMkLst>
        </pc:sldLayoutChg>
        <pc:sldLayoutChg chg="add del">
          <pc:chgData name="Jafet Baca" userId="e9aa8a7d9ee7777b" providerId="LiveId" clId="{311F5A97-4221-4547-8FCC-FE69D99686D5}" dt="2025-08-27T13:28:35.372" v="974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  <pc:docChgLst>
    <pc:chgData name="Jafet Baca" userId="e9aa8a7d9ee7777b" providerId="LiveId" clId="{891FC043-2C73-4761-9DD1-747827663B49}"/>
    <pc:docChg chg="undo custSel addSld delSld modSld sldOrd">
      <pc:chgData name="Jafet Baca" userId="e9aa8a7d9ee7777b" providerId="LiveId" clId="{891FC043-2C73-4761-9DD1-747827663B49}" dt="2025-10-24T13:45:05.073" v="14106" actId="1076"/>
      <pc:docMkLst>
        <pc:docMk/>
      </pc:docMkLst>
      <pc:sldChg chg="modSp mod">
        <pc:chgData name="Jafet Baca" userId="e9aa8a7d9ee7777b" providerId="LiveId" clId="{891FC043-2C73-4761-9DD1-747827663B49}" dt="2025-10-23T21:01:50.465" v="13381" actId="20577"/>
        <pc:sldMkLst>
          <pc:docMk/>
          <pc:sldMk cId="0" sldId="256"/>
        </pc:sldMkLst>
        <pc:spChg chg="mod">
          <ac:chgData name="Jafet Baca" userId="e9aa8a7d9ee7777b" providerId="LiveId" clId="{891FC043-2C73-4761-9DD1-747827663B49}" dt="2025-10-23T21:01:50.465" v="13381" actId="20577"/>
          <ac:spMkLst>
            <pc:docMk/>
            <pc:sldMk cId="0" sldId="256"/>
            <ac:spMk id="68" creationId="{00000000-0000-0000-0000-000000000000}"/>
          </ac:spMkLst>
        </pc:spChg>
      </pc:sldChg>
      <pc:sldChg chg="addSp delSp modSp del mod modClrScheme chgLayout">
        <pc:chgData name="Jafet Baca" userId="e9aa8a7d9ee7777b" providerId="LiveId" clId="{891FC043-2C73-4761-9DD1-747827663B49}" dt="2025-09-12T02:48:32.587" v="2862" actId="47"/>
        <pc:sldMkLst>
          <pc:docMk/>
          <pc:sldMk cId="0" sldId="258"/>
        </pc:sldMkLst>
      </pc:sldChg>
      <pc:sldChg chg="del">
        <pc:chgData name="Jafet Baca" userId="e9aa8a7d9ee7777b" providerId="LiveId" clId="{891FC043-2C73-4761-9DD1-747827663B49}" dt="2025-09-04T02:39:47.108" v="589" actId="47"/>
        <pc:sldMkLst>
          <pc:docMk/>
          <pc:sldMk cId="0" sldId="261"/>
        </pc:sldMkLst>
      </pc:sldChg>
      <pc:sldChg chg="del ord">
        <pc:chgData name="Jafet Baca" userId="e9aa8a7d9ee7777b" providerId="LiveId" clId="{891FC043-2C73-4761-9DD1-747827663B49}" dt="2025-09-05T03:10:32.286" v="1590" actId="47"/>
        <pc:sldMkLst>
          <pc:docMk/>
          <pc:sldMk cId="0" sldId="264"/>
        </pc:sldMkLst>
      </pc:sldChg>
      <pc:sldChg chg="del">
        <pc:chgData name="Jafet Baca" userId="e9aa8a7d9ee7777b" providerId="LiveId" clId="{891FC043-2C73-4761-9DD1-747827663B49}" dt="2025-09-04T02:45:42.436" v="668" actId="47"/>
        <pc:sldMkLst>
          <pc:docMk/>
          <pc:sldMk cId="2448736150" sldId="266"/>
        </pc:sldMkLst>
      </pc:sldChg>
      <pc:sldChg chg="addSp delSp modSp mod chgLayout">
        <pc:chgData name="Jafet Baca" userId="e9aa8a7d9ee7777b" providerId="LiveId" clId="{891FC043-2C73-4761-9DD1-747827663B49}" dt="2025-10-24T13:45:05.073" v="14106" actId="1076"/>
        <pc:sldMkLst>
          <pc:docMk/>
          <pc:sldMk cId="146951357" sldId="267"/>
        </pc:sldMkLst>
        <pc:spChg chg="mod ord">
          <ac:chgData name="Jafet Baca" userId="e9aa8a7d9ee7777b" providerId="LiveId" clId="{891FC043-2C73-4761-9DD1-747827663B49}" dt="2025-10-24T01:32:24.198" v="13449" actId="700"/>
          <ac:spMkLst>
            <pc:docMk/>
            <pc:sldMk cId="146951357" sldId="267"/>
            <ac:spMk id="78" creationId="{EC0AC41B-453D-D9CD-B169-D31E1AEDA6C3}"/>
          </ac:spMkLst>
        </pc:spChg>
        <pc:spChg chg="mod ord">
          <ac:chgData name="Jafet Baca" userId="e9aa8a7d9ee7777b" providerId="LiveId" clId="{891FC043-2C73-4761-9DD1-747827663B49}" dt="2025-10-24T01:32:24.198" v="13449" actId="700"/>
          <ac:spMkLst>
            <pc:docMk/>
            <pc:sldMk cId="146951357" sldId="267"/>
            <ac:spMk id="79" creationId="{7AC259C7-7C69-CD15-506A-04F6FA3D61AA}"/>
          </ac:spMkLst>
        </pc:spChg>
        <pc:picChg chg="add mod">
          <ac:chgData name="Jafet Baca" userId="e9aa8a7d9ee7777b" providerId="LiveId" clId="{891FC043-2C73-4761-9DD1-747827663B49}" dt="2025-10-24T13:45:05.073" v="14106" actId="1076"/>
          <ac:picMkLst>
            <pc:docMk/>
            <pc:sldMk cId="146951357" sldId="267"/>
            <ac:picMk id="3" creationId="{835C129B-B7CC-61E3-B034-C293099599B5}"/>
          </ac:picMkLst>
        </pc:picChg>
        <pc:picChg chg="add del">
          <ac:chgData name="Jafet Baca" userId="e9aa8a7d9ee7777b" providerId="LiveId" clId="{891FC043-2C73-4761-9DD1-747827663B49}" dt="2025-10-24T01:31:51.605" v="13447" actId="478"/>
          <ac:picMkLst>
            <pc:docMk/>
            <pc:sldMk cId="146951357" sldId="267"/>
            <ac:picMk id="4" creationId="{F14F7266-0899-7DDE-F88A-1326E77C5CE8}"/>
          </ac:picMkLst>
        </pc:picChg>
      </pc:sldChg>
      <pc:sldChg chg="addSp modSp del mod">
        <pc:chgData name="Jafet Baca" userId="e9aa8a7d9ee7777b" providerId="LiveId" clId="{891FC043-2C73-4761-9DD1-747827663B49}" dt="2025-09-12T03:07:20.757" v="3192" actId="47"/>
        <pc:sldMkLst>
          <pc:docMk/>
          <pc:sldMk cId="3637055690" sldId="268"/>
        </pc:sldMkLst>
      </pc:sldChg>
      <pc:sldChg chg="addSp delSp modSp del mod">
        <pc:chgData name="Jafet Baca" userId="e9aa8a7d9ee7777b" providerId="LiveId" clId="{891FC043-2C73-4761-9DD1-747827663B49}" dt="2025-10-24T01:46:15.864" v="13694" actId="47"/>
        <pc:sldMkLst>
          <pc:docMk/>
          <pc:sldMk cId="1016271269" sldId="269"/>
        </pc:sldMkLst>
      </pc:sldChg>
      <pc:sldChg chg="modSp del mod">
        <pc:chgData name="Jafet Baca" userId="e9aa8a7d9ee7777b" providerId="LiveId" clId="{891FC043-2C73-4761-9DD1-747827663B49}" dt="2025-09-04T02:39:45.190" v="588" actId="47"/>
        <pc:sldMkLst>
          <pc:docMk/>
          <pc:sldMk cId="2205698864" sldId="270"/>
        </pc:sldMkLst>
      </pc:sldChg>
      <pc:sldChg chg="del">
        <pc:chgData name="Jafet Baca" userId="e9aa8a7d9ee7777b" providerId="LiveId" clId="{891FC043-2C73-4761-9DD1-747827663B49}" dt="2025-09-04T02:39:47.646" v="590" actId="47"/>
        <pc:sldMkLst>
          <pc:docMk/>
          <pc:sldMk cId="3153270963" sldId="271"/>
        </pc:sldMkLst>
      </pc:sldChg>
      <pc:sldChg chg="modSp mod">
        <pc:chgData name="Jafet Baca" userId="e9aa8a7d9ee7777b" providerId="LiveId" clId="{891FC043-2C73-4761-9DD1-747827663B49}" dt="2025-10-24T02:52:10.959" v="13974" actId="20577"/>
        <pc:sldMkLst>
          <pc:docMk/>
          <pc:sldMk cId="3202981089" sldId="272"/>
        </pc:sldMkLst>
        <pc:spChg chg="mod">
          <ac:chgData name="Jafet Baca" userId="e9aa8a7d9ee7777b" providerId="LiveId" clId="{891FC043-2C73-4761-9DD1-747827663B49}" dt="2025-10-24T02:52:10.959" v="13974" actId="20577"/>
          <ac:spMkLst>
            <pc:docMk/>
            <pc:sldMk cId="3202981089" sldId="272"/>
            <ac:spMk id="4" creationId="{37A9F882-4B94-D501-2F2E-20CBA9C3B117}"/>
          </ac:spMkLst>
        </pc:spChg>
      </pc:sldChg>
      <pc:sldChg chg="del">
        <pc:chgData name="Jafet Baca" userId="e9aa8a7d9ee7777b" providerId="LiveId" clId="{891FC043-2C73-4761-9DD1-747827663B49}" dt="2025-09-04T02:39:48.043" v="591" actId="47"/>
        <pc:sldMkLst>
          <pc:docMk/>
          <pc:sldMk cId="1722430344" sldId="273"/>
        </pc:sldMkLst>
      </pc:sldChg>
      <pc:sldChg chg="addSp delSp modSp new del mod ord">
        <pc:chgData name="Jafet Baca" userId="e9aa8a7d9ee7777b" providerId="LiveId" clId="{891FC043-2C73-4761-9DD1-747827663B49}" dt="2025-09-12T03:48:21.607" v="4458" actId="47"/>
        <pc:sldMkLst>
          <pc:docMk/>
          <pc:sldMk cId="2575696424" sldId="274"/>
        </pc:sldMkLst>
      </pc:sldChg>
      <pc:sldChg chg="delSp modSp new del mod">
        <pc:chgData name="Jafet Baca" userId="e9aa8a7d9ee7777b" providerId="LiveId" clId="{891FC043-2C73-4761-9DD1-747827663B49}" dt="2025-10-02T21:56:01.544" v="9832" actId="47"/>
        <pc:sldMkLst>
          <pc:docMk/>
          <pc:sldMk cId="1467760601" sldId="275"/>
        </pc:sldMkLst>
      </pc:sldChg>
      <pc:sldChg chg="delSp new del mod">
        <pc:chgData name="Jafet Baca" userId="e9aa8a7d9ee7777b" providerId="LiveId" clId="{891FC043-2C73-4761-9DD1-747827663B49}" dt="2025-09-04T02:50:38.295" v="734" actId="47"/>
        <pc:sldMkLst>
          <pc:docMk/>
          <pc:sldMk cId="2511661208" sldId="276"/>
        </pc:sldMkLst>
      </pc:sldChg>
      <pc:sldChg chg="addSp modSp new del mod">
        <pc:chgData name="Jafet Baca" userId="e9aa8a7d9ee7777b" providerId="LiveId" clId="{891FC043-2C73-4761-9DD1-747827663B49}" dt="2025-09-12T02:48:31.550" v="2861" actId="47"/>
        <pc:sldMkLst>
          <pc:docMk/>
          <pc:sldMk cId="1779318987" sldId="277"/>
        </pc:sldMkLst>
      </pc:sldChg>
      <pc:sldChg chg="addSp modSp new del mod">
        <pc:chgData name="Jafet Baca" userId="e9aa8a7d9ee7777b" providerId="LiveId" clId="{891FC043-2C73-4761-9DD1-747827663B49}" dt="2025-09-12T03:09:31.424" v="3212" actId="47"/>
        <pc:sldMkLst>
          <pc:docMk/>
          <pc:sldMk cId="2707309365" sldId="278"/>
        </pc:sldMkLst>
      </pc:sldChg>
      <pc:sldChg chg="addSp delSp modSp new del mod">
        <pc:chgData name="Jafet Baca" userId="e9aa8a7d9ee7777b" providerId="LiveId" clId="{891FC043-2C73-4761-9DD1-747827663B49}" dt="2025-09-12T03:09:35.317" v="3213" actId="47"/>
        <pc:sldMkLst>
          <pc:docMk/>
          <pc:sldMk cId="1903200020" sldId="279"/>
        </pc:sldMkLst>
      </pc:sldChg>
      <pc:sldChg chg="addSp delSp modSp new del mod">
        <pc:chgData name="Jafet Baca" userId="e9aa8a7d9ee7777b" providerId="LiveId" clId="{891FC043-2C73-4761-9DD1-747827663B49}" dt="2025-09-12T03:12:14.456" v="3407" actId="47"/>
        <pc:sldMkLst>
          <pc:docMk/>
          <pc:sldMk cId="2048493059" sldId="280"/>
        </pc:sldMkLst>
      </pc:sldChg>
      <pc:sldChg chg="addSp modSp new del mod">
        <pc:chgData name="Jafet Baca" userId="e9aa8a7d9ee7777b" providerId="LiveId" clId="{891FC043-2C73-4761-9DD1-747827663B49}" dt="2025-09-12T03:12:15.177" v="3408" actId="47"/>
        <pc:sldMkLst>
          <pc:docMk/>
          <pc:sldMk cId="2182360206" sldId="281"/>
        </pc:sldMkLst>
      </pc:sldChg>
      <pc:sldChg chg="modSp new del mod">
        <pc:chgData name="Jafet Baca" userId="e9aa8a7d9ee7777b" providerId="LiveId" clId="{891FC043-2C73-4761-9DD1-747827663B49}" dt="2025-09-12T03:12:16.902" v="3409" actId="47"/>
        <pc:sldMkLst>
          <pc:docMk/>
          <pc:sldMk cId="1285840324" sldId="282"/>
        </pc:sldMkLst>
      </pc:sldChg>
      <pc:sldChg chg="addSp modSp new del mod">
        <pc:chgData name="Jafet Baca" userId="e9aa8a7d9ee7777b" providerId="LiveId" clId="{891FC043-2C73-4761-9DD1-747827663B49}" dt="2025-09-12T03:12:18.285" v="3410" actId="47"/>
        <pc:sldMkLst>
          <pc:docMk/>
          <pc:sldMk cId="29429203" sldId="283"/>
        </pc:sldMkLst>
      </pc:sldChg>
      <pc:sldChg chg="addSp delSp modSp new del mod modClrScheme chgLayout">
        <pc:chgData name="Jafet Baca" userId="e9aa8a7d9ee7777b" providerId="LiveId" clId="{891FC043-2C73-4761-9DD1-747827663B49}" dt="2025-09-12T03:12:19.504" v="3411" actId="47"/>
        <pc:sldMkLst>
          <pc:docMk/>
          <pc:sldMk cId="3213340031" sldId="284"/>
        </pc:sldMkLst>
      </pc:sldChg>
      <pc:sldChg chg="addSp delSp modSp new del mod modClrScheme chgLayout">
        <pc:chgData name="Jafet Baca" userId="e9aa8a7d9ee7777b" providerId="LiveId" clId="{891FC043-2C73-4761-9DD1-747827663B49}" dt="2025-09-25T17:54:00.173" v="8464" actId="47"/>
        <pc:sldMkLst>
          <pc:docMk/>
          <pc:sldMk cId="3132385390" sldId="285"/>
        </pc:sldMkLst>
      </pc:sldChg>
      <pc:sldChg chg="addSp delSp modSp new add del mod ord">
        <pc:chgData name="Jafet Baca" userId="e9aa8a7d9ee7777b" providerId="LiveId" clId="{891FC043-2C73-4761-9DD1-747827663B49}" dt="2025-09-25T17:54:01.412" v="8465" actId="47"/>
        <pc:sldMkLst>
          <pc:docMk/>
          <pc:sldMk cId="53525135" sldId="286"/>
        </pc:sldMkLst>
      </pc:sldChg>
      <pc:sldChg chg="addSp delSp modSp new del mod ord">
        <pc:chgData name="Jafet Baca" userId="e9aa8a7d9ee7777b" providerId="LiveId" clId="{891FC043-2C73-4761-9DD1-747827663B49}" dt="2025-10-02T21:37:18.078" v="9205" actId="47"/>
        <pc:sldMkLst>
          <pc:docMk/>
          <pc:sldMk cId="101706889" sldId="287"/>
        </pc:sldMkLst>
      </pc:sldChg>
      <pc:sldChg chg="addSp delSp modSp new mod">
        <pc:chgData name="Jafet Baca" userId="e9aa8a7d9ee7777b" providerId="LiveId" clId="{891FC043-2C73-4761-9DD1-747827663B49}" dt="2025-10-24T02:51:15.525" v="13946" actId="113"/>
        <pc:sldMkLst>
          <pc:docMk/>
          <pc:sldMk cId="3707435978" sldId="288"/>
        </pc:sldMkLst>
        <pc:spChg chg="add del mod">
          <ac:chgData name="Jafet Baca" userId="e9aa8a7d9ee7777b" providerId="LiveId" clId="{891FC043-2C73-4761-9DD1-747827663B49}" dt="2025-10-24T02:51:15.525" v="13946" actId="113"/>
          <ac:spMkLst>
            <pc:docMk/>
            <pc:sldMk cId="3707435978" sldId="288"/>
            <ac:spMk id="2" creationId="{BD0F855F-63C4-5E5B-F8A7-FDB812AA2D35}"/>
          </ac:spMkLst>
        </pc:spChg>
        <pc:spChg chg="add">
          <ac:chgData name="Jafet Baca" userId="e9aa8a7d9ee7777b" providerId="LiveId" clId="{891FC043-2C73-4761-9DD1-747827663B49}" dt="2025-10-24T02:50:28.453" v="13935"/>
          <ac:spMkLst>
            <pc:docMk/>
            <pc:sldMk cId="3707435978" sldId="288"/>
            <ac:spMk id="4" creationId="{A818F2E1-1441-4981-47FB-FAD6E3D19BD0}"/>
          </ac:spMkLst>
        </pc:spChg>
      </pc:sldChg>
      <pc:sldChg chg="modSp new del mod">
        <pc:chgData name="Jafet Baca" userId="e9aa8a7d9ee7777b" providerId="LiveId" clId="{891FC043-2C73-4761-9DD1-747827663B49}" dt="2025-09-12T03:09:36.309" v="3214" actId="47"/>
        <pc:sldMkLst>
          <pc:docMk/>
          <pc:sldMk cId="1966814637" sldId="289"/>
        </pc:sldMkLst>
      </pc:sldChg>
      <pc:sldChg chg="addSp delSp modSp new del mod">
        <pc:chgData name="Jafet Baca" userId="e9aa8a7d9ee7777b" providerId="LiveId" clId="{891FC043-2C73-4761-9DD1-747827663B49}" dt="2025-10-16T13:51:42.279" v="11338" actId="47"/>
        <pc:sldMkLst>
          <pc:docMk/>
          <pc:sldMk cId="377898415" sldId="290"/>
        </pc:sldMkLst>
      </pc:sldChg>
      <pc:sldChg chg="addSp delSp modSp new del mod">
        <pc:chgData name="Jafet Baca" userId="e9aa8a7d9ee7777b" providerId="LiveId" clId="{891FC043-2C73-4761-9DD1-747827663B49}" dt="2025-10-24T01:46:16.870" v="13695" actId="47"/>
        <pc:sldMkLst>
          <pc:docMk/>
          <pc:sldMk cId="2000719285" sldId="291"/>
        </pc:sldMkLst>
      </pc:sldChg>
      <pc:sldChg chg="delSp add del mod">
        <pc:chgData name="Jafet Baca" userId="e9aa8a7d9ee7777b" providerId="LiveId" clId="{891FC043-2C73-4761-9DD1-747827663B49}" dt="2025-09-12T03:43:43.760" v="4317" actId="47"/>
        <pc:sldMkLst>
          <pc:docMk/>
          <pc:sldMk cId="1269920315" sldId="292"/>
        </pc:sldMkLst>
      </pc:sldChg>
      <pc:sldChg chg="addSp delSp modSp add del mod">
        <pc:chgData name="Jafet Baca" userId="e9aa8a7d9ee7777b" providerId="LiveId" clId="{891FC043-2C73-4761-9DD1-747827663B49}" dt="2025-09-18T19:02:11.362" v="6564" actId="47"/>
        <pc:sldMkLst>
          <pc:docMk/>
          <pc:sldMk cId="2633089542" sldId="293"/>
        </pc:sldMkLst>
      </pc:sldChg>
      <pc:sldChg chg="addSp delSp modSp add del mod">
        <pc:chgData name="Jafet Baca" userId="e9aa8a7d9ee7777b" providerId="LiveId" clId="{891FC043-2C73-4761-9DD1-747827663B49}" dt="2025-09-14T22:05:49.176" v="5707" actId="2696"/>
        <pc:sldMkLst>
          <pc:docMk/>
          <pc:sldMk cId="1769580752" sldId="294"/>
        </pc:sldMkLst>
      </pc:sldChg>
      <pc:sldChg chg="addSp delSp modSp add del mod ord">
        <pc:chgData name="Jafet Baca" userId="e9aa8a7d9ee7777b" providerId="LiveId" clId="{891FC043-2C73-4761-9DD1-747827663B49}" dt="2025-09-25T17:45:56.400" v="8025" actId="47"/>
        <pc:sldMkLst>
          <pc:docMk/>
          <pc:sldMk cId="2352672421" sldId="294"/>
        </pc:sldMkLst>
      </pc:sldChg>
      <pc:sldChg chg="addSp delSp modSp new del mod">
        <pc:chgData name="Jafet Baca" userId="e9aa8a7d9ee7777b" providerId="LiveId" clId="{891FC043-2C73-4761-9DD1-747827663B49}" dt="2025-09-14T22:06:41.315" v="5745" actId="47"/>
        <pc:sldMkLst>
          <pc:docMk/>
          <pc:sldMk cId="1210316066" sldId="295"/>
        </pc:sldMkLst>
      </pc:sldChg>
      <pc:sldChg chg="addSp delSp modSp add del mod">
        <pc:chgData name="Jafet Baca" userId="e9aa8a7d9ee7777b" providerId="LiveId" clId="{891FC043-2C73-4761-9DD1-747827663B49}" dt="2025-10-02T21:37:18.844" v="9206" actId="47"/>
        <pc:sldMkLst>
          <pc:docMk/>
          <pc:sldMk cId="1632656041" sldId="295"/>
        </pc:sldMkLst>
      </pc:sldChg>
      <pc:sldChg chg="addSp delSp modSp new del mod">
        <pc:chgData name="Jafet Baca" userId="e9aa8a7d9ee7777b" providerId="LiveId" clId="{891FC043-2C73-4761-9DD1-747827663B49}" dt="2025-10-02T21:37:28.460" v="9207" actId="47"/>
        <pc:sldMkLst>
          <pc:docMk/>
          <pc:sldMk cId="973623954" sldId="296"/>
        </pc:sldMkLst>
      </pc:sldChg>
      <pc:sldChg chg="addSp delSp modSp add del mod">
        <pc:chgData name="Jafet Baca" userId="e9aa8a7d9ee7777b" providerId="LiveId" clId="{891FC043-2C73-4761-9DD1-747827663B49}" dt="2025-10-02T21:37:29.253" v="9208" actId="47"/>
        <pc:sldMkLst>
          <pc:docMk/>
          <pc:sldMk cId="3141762190" sldId="297"/>
        </pc:sldMkLst>
      </pc:sldChg>
      <pc:sldChg chg="addSp delSp modSp new del mod">
        <pc:chgData name="Jafet Baca" userId="e9aa8a7d9ee7777b" providerId="LiveId" clId="{891FC043-2C73-4761-9DD1-747827663B49}" dt="2025-10-24T01:46:19.644" v="13699" actId="47"/>
        <pc:sldMkLst>
          <pc:docMk/>
          <pc:sldMk cId="2402855951" sldId="298"/>
        </pc:sldMkLst>
      </pc:sldChg>
      <pc:sldChg chg="addSp delSp modSp new del mod chgLayout">
        <pc:chgData name="Jafet Baca" userId="e9aa8a7d9ee7777b" providerId="LiveId" clId="{891FC043-2C73-4761-9DD1-747827663B49}" dt="2025-10-24T01:46:24.401" v="13702" actId="47"/>
        <pc:sldMkLst>
          <pc:docMk/>
          <pc:sldMk cId="2891670457" sldId="299"/>
        </pc:sldMkLst>
      </pc:sldChg>
      <pc:sldChg chg="addSp delSp modSp new del mod chgLayout">
        <pc:chgData name="Jafet Baca" userId="e9aa8a7d9ee7777b" providerId="LiveId" clId="{891FC043-2C73-4761-9DD1-747827663B49}" dt="2025-10-16T15:13:21.887" v="12928" actId="47"/>
        <pc:sldMkLst>
          <pc:docMk/>
          <pc:sldMk cId="59975748" sldId="300"/>
        </pc:sldMkLst>
      </pc:sldChg>
      <pc:sldChg chg="addSp delSp modSp new mod ord modClrScheme chgLayout">
        <pc:chgData name="Jafet Baca" userId="e9aa8a7d9ee7777b" providerId="LiveId" clId="{891FC043-2C73-4761-9DD1-747827663B49}" dt="2025-10-24T02:52:41.602" v="14019" actId="20577"/>
        <pc:sldMkLst>
          <pc:docMk/>
          <pc:sldMk cId="857497383" sldId="301"/>
        </pc:sldMkLst>
        <pc:spChg chg="mod">
          <ac:chgData name="Jafet Baca" userId="e9aa8a7d9ee7777b" providerId="LiveId" clId="{891FC043-2C73-4761-9DD1-747827663B49}" dt="2025-10-02T21:55:58.894" v="9831" actId="20577"/>
          <ac:spMkLst>
            <pc:docMk/>
            <pc:sldMk cId="857497383" sldId="301"/>
            <ac:spMk id="3" creationId="{03C2045C-D916-0E51-4C93-1BB30DD2C7B2}"/>
          </ac:spMkLst>
        </pc:spChg>
        <pc:graphicFrameChg chg="add mod modGraphic">
          <ac:chgData name="Jafet Baca" userId="e9aa8a7d9ee7777b" providerId="LiveId" clId="{891FC043-2C73-4761-9DD1-747827663B49}" dt="2025-10-24T02:52:41.602" v="14019" actId="20577"/>
          <ac:graphicFrameMkLst>
            <pc:docMk/>
            <pc:sldMk cId="857497383" sldId="301"/>
            <ac:graphicFrameMk id="5" creationId="{422D012B-6AF5-7BBD-B3CA-5CC13D8F3711}"/>
          </ac:graphicFrameMkLst>
        </pc:graphicFrameChg>
      </pc:sldChg>
      <pc:sldChg chg="addSp delSp modSp new del mod">
        <pc:chgData name="Jafet Baca" userId="e9aa8a7d9ee7777b" providerId="LiveId" clId="{891FC043-2C73-4761-9DD1-747827663B49}" dt="2025-10-16T15:13:22.050" v="12929" actId="47"/>
        <pc:sldMkLst>
          <pc:docMk/>
          <pc:sldMk cId="2550378765" sldId="302"/>
        </pc:sldMkLst>
      </pc:sldChg>
      <pc:sldChg chg="addSp delSp modSp new add del mod modClrScheme chgLayout">
        <pc:chgData name="Jafet Baca" userId="e9aa8a7d9ee7777b" providerId="LiveId" clId="{891FC043-2C73-4761-9DD1-747827663B49}" dt="2025-10-24T13:24:14.808" v="14020"/>
        <pc:sldMkLst>
          <pc:docMk/>
          <pc:sldMk cId="2613198817" sldId="303"/>
        </pc:sldMkLst>
      </pc:sldChg>
      <pc:sldChg chg="addSp delSp modSp new add del mod setBg">
        <pc:chgData name="Jafet Baca" userId="e9aa8a7d9ee7777b" providerId="LiveId" clId="{891FC043-2C73-4761-9DD1-747827663B49}" dt="2025-10-24T13:24:50.273" v="14023" actId="47"/>
        <pc:sldMkLst>
          <pc:docMk/>
          <pc:sldMk cId="3975676099" sldId="304"/>
        </pc:sldMkLst>
      </pc:sldChg>
      <pc:sldChg chg="addSp delSp modSp new del mod">
        <pc:chgData name="Jafet Baca" userId="e9aa8a7d9ee7777b" providerId="LiveId" clId="{891FC043-2C73-4761-9DD1-747827663B49}" dt="2025-10-16T15:13:22.254" v="12930" actId="47"/>
        <pc:sldMkLst>
          <pc:docMk/>
          <pc:sldMk cId="4060318515" sldId="304"/>
        </pc:sldMkLst>
      </pc:sldChg>
      <pc:sldChg chg="addSp delSp modSp new del mod modClrScheme chgLayout">
        <pc:chgData name="Jafet Baca" userId="e9aa8a7d9ee7777b" providerId="LiveId" clId="{891FC043-2C73-4761-9DD1-747827663B49}" dt="2025-10-16T15:13:23.071" v="12931" actId="47"/>
        <pc:sldMkLst>
          <pc:docMk/>
          <pc:sldMk cId="1171559715" sldId="305"/>
        </pc:sldMkLst>
      </pc:sldChg>
      <pc:sldChg chg="modSp new del mod">
        <pc:chgData name="Jafet Baca" userId="e9aa8a7d9ee7777b" providerId="LiveId" clId="{891FC043-2C73-4761-9DD1-747827663B49}" dt="2025-10-03T12:42:21.456" v="10171" actId="2696"/>
        <pc:sldMkLst>
          <pc:docMk/>
          <pc:sldMk cId="2839240665" sldId="305"/>
        </pc:sldMkLst>
      </pc:sldChg>
      <pc:sldChg chg="addSp modSp new del mod ord">
        <pc:chgData name="Jafet Baca" userId="e9aa8a7d9ee7777b" providerId="LiveId" clId="{891FC043-2C73-4761-9DD1-747827663B49}" dt="2025-10-09T02:35:44.587" v="10590" actId="47"/>
        <pc:sldMkLst>
          <pc:docMk/>
          <pc:sldMk cId="3014189988" sldId="305"/>
        </pc:sldMkLst>
      </pc:sldChg>
      <pc:sldChg chg="modSp new mod">
        <pc:chgData name="Jafet Baca" userId="e9aa8a7d9ee7777b" providerId="LiveId" clId="{891FC043-2C73-4761-9DD1-747827663B49}" dt="2025-10-24T01:44:14.264" v="13684" actId="207"/>
        <pc:sldMkLst>
          <pc:docMk/>
          <pc:sldMk cId="591597597" sldId="306"/>
        </pc:sldMkLst>
        <pc:spChg chg="mod">
          <ac:chgData name="Jafet Baca" userId="e9aa8a7d9ee7777b" providerId="LiveId" clId="{891FC043-2C73-4761-9DD1-747827663B49}" dt="2025-10-24T01:44:14.264" v="13684" actId="207"/>
          <ac:spMkLst>
            <pc:docMk/>
            <pc:sldMk cId="591597597" sldId="306"/>
            <ac:spMk id="2" creationId="{790371BC-5499-E034-7E10-F4C1D54F4DD0}"/>
          </ac:spMkLst>
        </pc:spChg>
        <pc:spChg chg="mod">
          <ac:chgData name="Jafet Baca" userId="e9aa8a7d9ee7777b" providerId="LiveId" clId="{891FC043-2C73-4761-9DD1-747827663B49}" dt="2025-10-24T01:40:18.980" v="13570" actId="20577"/>
          <ac:spMkLst>
            <pc:docMk/>
            <pc:sldMk cId="591597597" sldId="306"/>
            <ac:spMk id="3" creationId="{AB1BABD2-29F0-0AA6-F2B4-3F04C5865D23}"/>
          </ac:spMkLst>
        </pc:spChg>
      </pc:sldChg>
      <pc:sldChg chg="modSp new del mod">
        <pc:chgData name="Jafet Baca" userId="e9aa8a7d9ee7777b" providerId="LiveId" clId="{891FC043-2C73-4761-9DD1-747827663B49}" dt="2025-10-24T01:46:17.547" v="13696" actId="47"/>
        <pc:sldMkLst>
          <pc:docMk/>
          <pc:sldMk cId="2833442937" sldId="307"/>
        </pc:sldMkLst>
      </pc:sldChg>
      <pc:sldChg chg="addSp modSp new del mod">
        <pc:chgData name="Jafet Baca" userId="e9aa8a7d9ee7777b" providerId="LiveId" clId="{891FC043-2C73-4761-9DD1-747827663B49}" dt="2025-10-24T01:46:18.651" v="13698" actId="47"/>
        <pc:sldMkLst>
          <pc:docMk/>
          <pc:sldMk cId="3299970674" sldId="308"/>
        </pc:sldMkLst>
      </pc:sldChg>
      <pc:sldChg chg="new del">
        <pc:chgData name="Jafet Baca" userId="e9aa8a7d9ee7777b" providerId="LiveId" clId="{891FC043-2C73-4761-9DD1-747827663B49}" dt="2025-10-16T14:41:28.867" v="12275" actId="47"/>
        <pc:sldMkLst>
          <pc:docMk/>
          <pc:sldMk cId="2120974480" sldId="309"/>
        </pc:sldMkLst>
      </pc:sldChg>
      <pc:sldChg chg="modSp new del mod">
        <pc:chgData name="Jafet Baca" userId="e9aa8a7d9ee7777b" providerId="LiveId" clId="{891FC043-2C73-4761-9DD1-747827663B49}" dt="2025-10-24T01:46:21.258" v="13700" actId="47"/>
        <pc:sldMkLst>
          <pc:docMk/>
          <pc:sldMk cId="3055192579" sldId="309"/>
        </pc:sldMkLst>
      </pc:sldChg>
      <pc:sldChg chg="addSp delSp modSp new del mod">
        <pc:chgData name="Jafet Baca" userId="e9aa8a7d9ee7777b" providerId="LiveId" clId="{891FC043-2C73-4761-9DD1-747827663B49}" dt="2025-10-24T01:46:22.386" v="13701" actId="47"/>
        <pc:sldMkLst>
          <pc:docMk/>
          <pc:sldMk cId="3741848264" sldId="310"/>
        </pc:sldMkLst>
      </pc:sldChg>
      <pc:sldChg chg="addSp delSp modSp new del mod">
        <pc:chgData name="Jafet Baca" userId="e9aa8a7d9ee7777b" providerId="LiveId" clId="{891FC043-2C73-4761-9DD1-747827663B49}" dt="2025-10-24T01:46:17.916" v="13697" actId="47"/>
        <pc:sldMkLst>
          <pc:docMk/>
          <pc:sldMk cId="908031157" sldId="311"/>
        </pc:sldMkLst>
      </pc:sldChg>
      <pc:sldChg chg="addSp delSp modSp new del mod">
        <pc:chgData name="Jafet Baca" userId="e9aa8a7d9ee7777b" providerId="LiveId" clId="{891FC043-2C73-4761-9DD1-747827663B49}" dt="2025-10-24T01:46:14.855" v="13693" actId="47"/>
        <pc:sldMkLst>
          <pc:docMk/>
          <pc:sldMk cId="2893187393" sldId="312"/>
        </pc:sldMkLst>
      </pc:sldChg>
      <pc:sldChg chg="addSp delSp modSp new mod">
        <pc:chgData name="Jafet Baca" userId="e9aa8a7d9ee7777b" providerId="LiveId" clId="{891FC043-2C73-4761-9DD1-747827663B49}" dt="2025-10-24T01:34:50.781" v="13531" actId="1076"/>
        <pc:sldMkLst>
          <pc:docMk/>
          <pc:sldMk cId="3694356554" sldId="313"/>
        </pc:sldMkLst>
        <pc:spChg chg="del">
          <ac:chgData name="Jafet Baca" userId="e9aa8a7d9ee7777b" providerId="LiveId" clId="{891FC043-2C73-4761-9DD1-747827663B49}" dt="2025-10-24T01:32:39.582" v="13451" actId="478"/>
          <ac:spMkLst>
            <pc:docMk/>
            <pc:sldMk cId="3694356554" sldId="313"/>
            <ac:spMk id="2" creationId="{E3198B4A-1ECE-7AC0-8964-810069EA6EE5}"/>
          </ac:spMkLst>
        </pc:spChg>
        <pc:spChg chg="mod">
          <ac:chgData name="Jafet Baca" userId="e9aa8a7d9ee7777b" providerId="LiveId" clId="{891FC043-2C73-4761-9DD1-747827663B49}" dt="2025-10-24T01:32:54.692" v="13480" actId="20577"/>
          <ac:spMkLst>
            <pc:docMk/>
            <pc:sldMk cId="3694356554" sldId="313"/>
            <ac:spMk id="3" creationId="{F292A7EC-BB41-255D-F2BC-CE3A2589A089}"/>
          </ac:spMkLst>
        </pc:spChg>
        <pc:spChg chg="add mod">
          <ac:chgData name="Jafet Baca" userId="e9aa8a7d9ee7777b" providerId="LiveId" clId="{891FC043-2C73-4761-9DD1-747827663B49}" dt="2025-10-24T01:34:47.899" v="13530" actId="14100"/>
          <ac:spMkLst>
            <pc:docMk/>
            <pc:sldMk cId="3694356554" sldId="313"/>
            <ac:spMk id="6" creationId="{9961B53E-D353-AD29-62AC-565DA0534492}"/>
          </ac:spMkLst>
        </pc:spChg>
        <pc:picChg chg="add mod">
          <ac:chgData name="Jafet Baca" userId="e9aa8a7d9ee7777b" providerId="LiveId" clId="{891FC043-2C73-4761-9DD1-747827663B49}" dt="2025-10-24T01:34:50.781" v="13531" actId="1076"/>
          <ac:picMkLst>
            <pc:docMk/>
            <pc:sldMk cId="3694356554" sldId="313"/>
            <ac:picMk id="5" creationId="{8F128FE7-0C96-2E82-8642-114FA4DB63B1}"/>
          </ac:picMkLst>
        </pc:picChg>
      </pc:sldChg>
      <pc:sldChg chg="addSp delSp modSp new mod">
        <pc:chgData name="Jafet Baca" userId="e9aa8a7d9ee7777b" providerId="LiveId" clId="{891FC043-2C73-4761-9DD1-747827663B49}" dt="2025-10-24T01:45:41.374" v="13692" actId="1076"/>
        <pc:sldMkLst>
          <pc:docMk/>
          <pc:sldMk cId="4009822116" sldId="314"/>
        </pc:sldMkLst>
        <pc:spChg chg="del">
          <ac:chgData name="Jafet Baca" userId="e9aa8a7d9ee7777b" providerId="LiveId" clId="{891FC043-2C73-4761-9DD1-747827663B49}" dt="2025-10-24T01:43:05.977" v="13627" actId="478"/>
          <ac:spMkLst>
            <pc:docMk/>
            <pc:sldMk cId="4009822116" sldId="314"/>
            <ac:spMk id="2" creationId="{CC9ECEFD-4C61-EF3D-2613-4A29E5EC07AC}"/>
          </ac:spMkLst>
        </pc:spChg>
        <pc:spChg chg="mod">
          <ac:chgData name="Jafet Baca" userId="e9aa8a7d9ee7777b" providerId="LiveId" clId="{891FC043-2C73-4761-9DD1-747827663B49}" dt="2025-10-24T01:43:25.826" v="13670" actId="20577"/>
          <ac:spMkLst>
            <pc:docMk/>
            <pc:sldMk cId="4009822116" sldId="314"/>
            <ac:spMk id="3" creationId="{A1E424B2-D738-077B-C949-138CF6702E8F}"/>
          </ac:spMkLst>
        </pc:spChg>
        <pc:picChg chg="add mod">
          <ac:chgData name="Jafet Baca" userId="e9aa8a7d9ee7777b" providerId="LiveId" clId="{891FC043-2C73-4761-9DD1-747827663B49}" dt="2025-10-24T01:45:37.826" v="13691" actId="1076"/>
          <ac:picMkLst>
            <pc:docMk/>
            <pc:sldMk cId="4009822116" sldId="314"/>
            <ac:picMk id="5" creationId="{0F370F3F-DBF1-15EB-5751-B040EADE197C}"/>
          </ac:picMkLst>
        </pc:picChg>
        <pc:picChg chg="add mod">
          <ac:chgData name="Jafet Baca" userId="e9aa8a7d9ee7777b" providerId="LiveId" clId="{891FC043-2C73-4761-9DD1-747827663B49}" dt="2025-10-24T01:45:41.374" v="13692" actId="1076"/>
          <ac:picMkLst>
            <pc:docMk/>
            <pc:sldMk cId="4009822116" sldId="314"/>
            <ac:picMk id="7" creationId="{60837801-C769-327C-C0B5-A9D1C5831F89}"/>
          </ac:picMkLst>
        </pc:picChg>
      </pc:sldChg>
      <pc:sldChg chg="modSp new mod">
        <pc:chgData name="Jafet Baca" userId="e9aa8a7d9ee7777b" providerId="LiveId" clId="{891FC043-2C73-4761-9DD1-747827663B49}" dt="2025-10-24T01:56:20.725" v="13833" actId="20577"/>
        <pc:sldMkLst>
          <pc:docMk/>
          <pc:sldMk cId="2291588477" sldId="315"/>
        </pc:sldMkLst>
        <pc:spChg chg="mod">
          <ac:chgData name="Jafet Baca" userId="e9aa8a7d9ee7777b" providerId="LiveId" clId="{891FC043-2C73-4761-9DD1-747827663B49}" dt="2025-10-24T01:54:53.259" v="13816"/>
          <ac:spMkLst>
            <pc:docMk/>
            <pc:sldMk cId="2291588477" sldId="315"/>
            <ac:spMk id="2" creationId="{E44EFAA3-9E76-37C7-4B92-29878F818B6B}"/>
          </ac:spMkLst>
        </pc:spChg>
        <pc:spChg chg="mod">
          <ac:chgData name="Jafet Baca" userId="e9aa8a7d9ee7777b" providerId="LiveId" clId="{891FC043-2C73-4761-9DD1-747827663B49}" dt="2025-10-24T01:56:20.725" v="13833" actId="20577"/>
          <ac:spMkLst>
            <pc:docMk/>
            <pc:sldMk cId="2291588477" sldId="315"/>
            <ac:spMk id="3" creationId="{51169321-CEF1-66C0-D9B8-FD9C838BF1CE}"/>
          </ac:spMkLst>
        </pc:spChg>
      </pc:sldChg>
      <pc:sldChg chg="addSp delSp modSp new mod">
        <pc:chgData name="Jafet Baca" userId="e9aa8a7d9ee7777b" providerId="LiveId" clId="{891FC043-2C73-4761-9DD1-747827663B49}" dt="2025-10-24T01:58:15.554" v="13874" actId="113"/>
        <pc:sldMkLst>
          <pc:docMk/>
          <pc:sldMk cId="2086816409" sldId="316"/>
        </pc:sldMkLst>
        <pc:spChg chg="add del mod">
          <ac:chgData name="Jafet Baca" userId="e9aa8a7d9ee7777b" providerId="LiveId" clId="{891FC043-2C73-4761-9DD1-747827663B49}" dt="2025-10-24T01:58:15.554" v="13874" actId="113"/>
          <ac:spMkLst>
            <pc:docMk/>
            <pc:sldMk cId="2086816409" sldId="316"/>
            <ac:spMk id="2" creationId="{A8DB5F1F-A2DE-5317-7BFF-A9E33E025B87}"/>
          </ac:spMkLst>
        </pc:spChg>
        <pc:spChg chg="mod">
          <ac:chgData name="Jafet Baca" userId="e9aa8a7d9ee7777b" providerId="LiveId" clId="{891FC043-2C73-4761-9DD1-747827663B49}" dt="2025-10-24T01:56:31.943" v="13864" actId="20577"/>
          <ac:spMkLst>
            <pc:docMk/>
            <pc:sldMk cId="2086816409" sldId="316"/>
            <ac:spMk id="3" creationId="{027C74DA-87F2-DC7C-17C8-F7DE22C79FD4}"/>
          </ac:spMkLst>
        </pc:spChg>
        <pc:spChg chg="add mod">
          <ac:chgData name="Jafet Baca" userId="e9aa8a7d9ee7777b" providerId="LiveId" clId="{891FC043-2C73-4761-9DD1-747827663B49}" dt="2025-10-24T01:57:45.274" v="13866"/>
          <ac:spMkLst>
            <pc:docMk/>
            <pc:sldMk cId="2086816409" sldId="316"/>
            <ac:spMk id="4" creationId="{43C7D5F2-9076-3DF2-AC9A-292D61140769}"/>
          </ac:spMkLst>
        </pc:spChg>
      </pc:sldChg>
      <pc:sldChg chg="addSp delSp modSp new mod">
        <pc:chgData name="Jafet Baca" userId="e9aa8a7d9ee7777b" providerId="LiveId" clId="{891FC043-2C73-4761-9DD1-747827663B49}" dt="2025-10-24T02:14:02.052" v="13916" actId="20577"/>
        <pc:sldMkLst>
          <pc:docMk/>
          <pc:sldMk cId="3922354585" sldId="317"/>
        </pc:sldMkLst>
        <pc:spChg chg="del">
          <ac:chgData name="Jafet Baca" userId="e9aa8a7d9ee7777b" providerId="LiveId" clId="{891FC043-2C73-4761-9DD1-747827663B49}" dt="2025-10-24T02:02:30.739" v="13876" actId="478"/>
          <ac:spMkLst>
            <pc:docMk/>
            <pc:sldMk cId="3922354585" sldId="317"/>
            <ac:spMk id="2" creationId="{73BCFD34-E039-BAC9-0B9C-E3D9354FB368}"/>
          </ac:spMkLst>
        </pc:spChg>
        <pc:spChg chg="mod">
          <ac:chgData name="Jafet Baca" userId="e9aa8a7d9ee7777b" providerId="LiveId" clId="{891FC043-2C73-4761-9DD1-747827663B49}" dt="2025-10-24T02:14:02.052" v="13916" actId="20577"/>
          <ac:spMkLst>
            <pc:docMk/>
            <pc:sldMk cId="3922354585" sldId="317"/>
            <ac:spMk id="3" creationId="{D6139292-C0DB-214B-2740-43F0E43BE5B1}"/>
          </ac:spMkLst>
        </pc:spChg>
        <pc:picChg chg="add del">
          <ac:chgData name="Jafet Baca" userId="e9aa8a7d9ee7777b" providerId="LiveId" clId="{891FC043-2C73-4761-9DD1-747827663B49}" dt="2025-10-24T02:02:34.942" v="13878" actId="21"/>
          <ac:picMkLst>
            <pc:docMk/>
            <pc:sldMk cId="3922354585" sldId="317"/>
            <ac:picMk id="5" creationId="{17B7C4C6-4D67-8F05-2B59-97B0871ED855}"/>
          </ac:picMkLst>
        </pc:picChg>
        <pc:picChg chg="add mod">
          <ac:chgData name="Jafet Baca" userId="e9aa8a7d9ee7777b" providerId="LiveId" clId="{891FC043-2C73-4761-9DD1-747827663B49}" dt="2025-10-24T02:03:03.077" v="13882" actId="1076"/>
          <ac:picMkLst>
            <pc:docMk/>
            <pc:sldMk cId="3922354585" sldId="317"/>
            <ac:picMk id="6" creationId="{17B7C4C6-4D67-8F05-2B59-97B0871ED855}"/>
          </ac:picMkLst>
        </pc:picChg>
        <pc:picChg chg="add mod">
          <ac:chgData name="Jafet Baca" userId="e9aa8a7d9ee7777b" providerId="LiveId" clId="{891FC043-2C73-4761-9DD1-747827663B49}" dt="2025-10-24T02:13:51.849" v="13885" actId="1076"/>
          <ac:picMkLst>
            <pc:docMk/>
            <pc:sldMk cId="3922354585" sldId="317"/>
            <ac:picMk id="7" creationId="{5C5F4FA5-17FA-E9E2-97D6-46A225FB1D2E}"/>
          </ac:picMkLst>
        </pc:picChg>
      </pc:sldChg>
      <pc:sldChg chg="addSp delSp modSp new mod">
        <pc:chgData name="Jafet Baca" userId="e9aa8a7d9ee7777b" providerId="LiveId" clId="{891FC043-2C73-4761-9DD1-747827663B49}" dt="2025-10-24T02:46:55.561" v="13934" actId="1076"/>
        <pc:sldMkLst>
          <pc:docMk/>
          <pc:sldMk cId="1572651471" sldId="318"/>
        </pc:sldMkLst>
        <pc:spChg chg="del">
          <ac:chgData name="Jafet Baca" userId="e9aa8a7d9ee7777b" providerId="LiveId" clId="{891FC043-2C73-4761-9DD1-747827663B49}" dt="2025-10-24T02:46:45.964" v="13931" actId="478"/>
          <ac:spMkLst>
            <pc:docMk/>
            <pc:sldMk cId="1572651471" sldId="318"/>
            <ac:spMk id="2" creationId="{1E73E252-5829-EAA0-9CF0-8A3BDBAF65C9}"/>
          </ac:spMkLst>
        </pc:spChg>
        <pc:spChg chg="mod">
          <ac:chgData name="Jafet Baca" userId="e9aa8a7d9ee7777b" providerId="LiveId" clId="{891FC043-2C73-4761-9DD1-747827663B49}" dt="2025-10-24T02:20:11.057" v="13930" actId="20577"/>
          <ac:spMkLst>
            <pc:docMk/>
            <pc:sldMk cId="1572651471" sldId="318"/>
            <ac:spMk id="3" creationId="{81D13A27-22A5-4398-66E1-3CFEC0AAFB27}"/>
          </ac:spMkLst>
        </pc:spChg>
        <pc:picChg chg="add mod">
          <ac:chgData name="Jafet Baca" userId="e9aa8a7d9ee7777b" providerId="LiveId" clId="{891FC043-2C73-4761-9DD1-747827663B49}" dt="2025-10-24T02:46:55.561" v="13934" actId="1076"/>
          <ac:picMkLst>
            <pc:docMk/>
            <pc:sldMk cId="1572651471" sldId="318"/>
            <ac:picMk id="5" creationId="{F25D8241-5DE3-FA22-F70A-84BCA463FCD5}"/>
          </ac:picMkLst>
        </pc:picChg>
      </pc:sldChg>
      <pc:sldChg chg="addSp modSp add mod">
        <pc:chgData name="Jafet Baca" userId="e9aa8a7d9ee7777b" providerId="LiveId" clId="{891FC043-2C73-4761-9DD1-747827663B49}" dt="2025-10-24T13:44:51.751" v="14104" actId="1076"/>
        <pc:sldMkLst>
          <pc:docMk/>
          <pc:sldMk cId="830185785" sldId="319"/>
        </pc:sldMkLst>
        <pc:spChg chg="add mod">
          <ac:chgData name="Jafet Baca" userId="e9aa8a7d9ee7777b" providerId="LiveId" clId="{891FC043-2C73-4761-9DD1-747827663B49}" dt="2025-10-24T13:44:51.751" v="14104" actId="1076"/>
          <ac:spMkLst>
            <pc:docMk/>
            <pc:sldMk cId="830185785" sldId="319"/>
            <ac:spMk id="2" creationId="{24B1FDB1-2CF4-B53A-9F30-630880E4D63B}"/>
          </ac:spMkLst>
        </pc:spChg>
        <pc:picChg chg="mod">
          <ac:chgData name="Jafet Baca" userId="e9aa8a7d9ee7777b" providerId="LiveId" clId="{891FC043-2C73-4761-9DD1-747827663B49}" dt="2025-10-24T13:44:10.536" v="14028" actId="1076"/>
          <ac:picMkLst>
            <pc:docMk/>
            <pc:sldMk cId="830185785" sldId="319"/>
            <ac:picMk id="7" creationId="{2C978F83-31C5-BDA0-22D8-9991414C12CC}"/>
          </ac:picMkLst>
        </pc:picChg>
      </pc:sldChg>
      <pc:sldMasterChg chg="delSldLayout">
        <pc:chgData name="Jafet Baca" userId="e9aa8a7d9ee7777b" providerId="LiveId" clId="{891FC043-2C73-4761-9DD1-747827663B49}" dt="2025-09-14T22:06:41.315" v="5745" actId="47"/>
        <pc:sldMasterMkLst>
          <pc:docMk/>
          <pc:sldMasterMk cId="0" sldId="2147483659"/>
        </pc:sldMasterMkLst>
        <pc:sldLayoutChg chg="del">
          <pc:chgData name="Jafet Baca" userId="e9aa8a7d9ee7777b" providerId="LiveId" clId="{891FC043-2C73-4761-9DD1-747827663B49}" dt="2025-09-12T03:12:19.504" v="3411" actId="47"/>
          <pc:sldLayoutMkLst>
            <pc:docMk/>
            <pc:sldMasterMk cId="0" sldId="2147483659"/>
            <pc:sldLayoutMk cId="0" sldId="2147483652"/>
          </pc:sldLayoutMkLst>
        </pc:sldLayoutChg>
        <pc:sldLayoutChg chg="del">
          <pc:chgData name="Jafet Baca" userId="e9aa8a7d9ee7777b" providerId="LiveId" clId="{891FC043-2C73-4761-9DD1-747827663B49}" dt="2025-09-05T03:10:32.286" v="1590" actId="47"/>
          <pc:sldLayoutMkLst>
            <pc:docMk/>
            <pc:sldMasterMk cId="0" sldId="2147483659"/>
            <pc:sldLayoutMk cId="0" sldId="2147483654"/>
          </pc:sldLayoutMkLst>
        </pc:sldLayoutChg>
        <pc:sldLayoutChg chg="del">
          <pc:chgData name="Jafet Baca" userId="e9aa8a7d9ee7777b" providerId="LiveId" clId="{891FC043-2C73-4761-9DD1-747827663B49}" dt="2025-09-14T22:06:41.315" v="5745" actId="47"/>
          <pc:sldLayoutMkLst>
            <pc:docMk/>
            <pc:sldMasterMk cId="0" sldId="2147483659"/>
            <pc:sldLayoutMk cId="0" sldId="2147483656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798ADC-2438-44FA-87B7-6F255B40D8E7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BF6F47-DBD3-455A-923F-55B4075B93A5}">
      <dgm:prSet custT="1"/>
      <dgm:spPr/>
      <dgm:t>
        <a:bodyPr/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rgbClr val="01598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Integrated Public Use Microdata Series​</a:t>
          </a:r>
        </a:p>
      </dgm:t>
    </dgm:pt>
    <dgm:pt modelId="{0CE3BA89-3DA9-4DED-A9A3-002558AAD921}" type="parTrans" cxnId="{BD576C56-7ECE-411E-B407-0E0EBC7CBECF}">
      <dgm:prSet/>
      <dgm:spPr/>
      <dgm:t>
        <a:bodyPr/>
        <a:lstStyle/>
        <a:p>
          <a:endParaRPr lang="en-US"/>
        </a:p>
      </dgm:t>
    </dgm:pt>
    <dgm:pt modelId="{3FFF324C-9F29-4D1A-A975-3E5021D765DB}" type="sibTrans" cxnId="{BD576C56-7ECE-411E-B407-0E0EBC7CBEC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257B96FC-7541-44DF-8F25-988F72C1FB3F}">
      <dgm:prSet custT="1"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200" b="0" i="0" dirty="0"/>
            <a:t>Operated by the University of Minnesota</a:t>
          </a:r>
        </a:p>
      </dgm:t>
    </dgm:pt>
    <dgm:pt modelId="{B7D027EE-E774-461B-8210-005943914E77}" type="parTrans" cxnId="{F2B3C82D-7A1B-42DE-A461-D458AA7D225E}">
      <dgm:prSet/>
      <dgm:spPr/>
      <dgm:t>
        <a:bodyPr/>
        <a:lstStyle/>
        <a:p>
          <a:endParaRPr lang="en-US"/>
        </a:p>
      </dgm:t>
    </dgm:pt>
    <dgm:pt modelId="{220B34B8-2807-4A7A-83F8-7D57755F8B53}" type="sibTrans" cxnId="{F2B3C82D-7A1B-42DE-A461-D458AA7D225E}">
      <dgm:prSet/>
      <dgm:spPr/>
      <dgm:t>
        <a:bodyPr/>
        <a:lstStyle/>
        <a:p>
          <a:endParaRPr lang="en-US"/>
        </a:p>
      </dgm:t>
    </dgm:pt>
    <dgm:pt modelId="{AEA8FD14-BBEB-4DFC-852D-FE439ADED793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n-US" dirty="0"/>
            <a:t>Core mission: data harmonization</a:t>
          </a:r>
        </a:p>
      </dgm:t>
    </dgm:pt>
    <dgm:pt modelId="{18355461-C230-45BA-9901-0EFB21B2A3D2}" type="parTrans" cxnId="{20054440-36D1-4F35-9E50-67D5DA0050FB}">
      <dgm:prSet/>
      <dgm:spPr/>
      <dgm:t>
        <a:bodyPr/>
        <a:lstStyle/>
        <a:p>
          <a:endParaRPr lang="en-US"/>
        </a:p>
      </dgm:t>
    </dgm:pt>
    <dgm:pt modelId="{F3800E18-890A-401C-A58D-6AE4D10194F2}" type="sibTrans" cxnId="{20054440-36D1-4F35-9E50-67D5DA0050FB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B61FD056-3209-4F3D-8B44-8C27321699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IPUMS takes datasets that were originally collected with different questions, codes, and variable names and makes them consistent. Lots of recoding!</a:t>
          </a:r>
          <a:endParaRPr lang="en-US" dirty="0"/>
        </a:p>
      </dgm:t>
    </dgm:pt>
    <dgm:pt modelId="{7E360730-65AC-4A0A-BDA2-B1D01A609FC1}" type="parTrans" cxnId="{754B8FC6-8F4F-40F8-A2DE-A50B03B484C7}">
      <dgm:prSet/>
      <dgm:spPr/>
      <dgm:t>
        <a:bodyPr/>
        <a:lstStyle/>
        <a:p>
          <a:endParaRPr lang="en-US"/>
        </a:p>
      </dgm:t>
    </dgm:pt>
    <dgm:pt modelId="{39CAA70E-07C4-47EA-B665-02F970C38563}" type="sibTrans" cxnId="{754B8FC6-8F4F-40F8-A2DE-A50B03B484C7}">
      <dgm:prSet/>
      <dgm:spPr/>
      <dgm:t>
        <a:bodyPr/>
        <a:lstStyle/>
        <a:p>
          <a:endParaRPr lang="en-US"/>
        </a:p>
      </dgm:t>
    </dgm:pt>
    <dgm:pt modelId="{737E258E-ED01-4654-87D3-73347621F773}">
      <dgm:prSet custT="1"/>
      <dgm:spPr/>
      <dgm:t>
        <a:bodyPr/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rgbClr val="01598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Free access!​</a:t>
          </a:r>
        </a:p>
      </dgm:t>
    </dgm:pt>
    <dgm:pt modelId="{F8B82A67-E755-4324-BA38-E07456F22A48}" type="parTrans" cxnId="{CD0E71E5-3583-4690-ACA2-CC2EABD0B493}">
      <dgm:prSet/>
      <dgm:spPr/>
      <dgm:t>
        <a:bodyPr/>
        <a:lstStyle/>
        <a:p>
          <a:endParaRPr lang="en-US"/>
        </a:p>
      </dgm:t>
    </dgm:pt>
    <dgm:pt modelId="{F347DDFE-868F-49C0-B469-832E862A1E27}" type="sibTrans" cxnId="{CD0E71E5-3583-4690-ACA2-CC2EABD0B493}">
      <dgm:prSet/>
      <dgm:spPr/>
      <dgm:t>
        <a:bodyPr/>
        <a:lstStyle/>
        <a:p>
          <a:endParaRPr lang="en-US"/>
        </a:p>
      </dgm:t>
    </dgm:pt>
    <dgm:pt modelId="{6CEEDBC8-0E1F-4DF7-86A8-496B44671F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By providing access to detailed, anonymized individual-level data (microdata), IPUMS allows researchers to ask complex questions that can't be answered with aggregated summary tables. </a:t>
          </a:r>
          <a:endParaRPr lang="en-US" dirty="0"/>
        </a:p>
      </dgm:t>
    </dgm:pt>
    <dgm:pt modelId="{79D99926-C76B-43AF-BEC2-D2C9A13F627B}" type="parTrans" cxnId="{DE5EEF8C-F6A4-49F1-AC1C-9C0A1358859F}">
      <dgm:prSet/>
      <dgm:spPr/>
      <dgm:t>
        <a:bodyPr/>
        <a:lstStyle/>
        <a:p>
          <a:endParaRPr lang="en-US"/>
        </a:p>
      </dgm:t>
    </dgm:pt>
    <dgm:pt modelId="{EEA21150-C0F3-4A33-82EE-05F89F73B4F7}" type="sibTrans" cxnId="{DE5EEF8C-F6A4-49F1-AC1C-9C0A1358859F}">
      <dgm:prSet/>
      <dgm:spPr/>
      <dgm:t>
        <a:bodyPr/>
        <a:lstStyle/>
        <a:p>
          <a:endParaRPr lang="en-US"/>
        </a:p>
      </dgm:t>
    </dgm:pt>
    <dgm:pt modelId="{5A10291D-C6E8-4011-B0AA-D59BD92802EC}" type="pres">
      <dgm:prSet presAssocID="{29798ADC-2438-44FA-87B7-6F255B40D8E7}" presName="Name0" presStyleCnt="0">
        <dgm:presLayoutVars>
          <dgm:dir/>
          <dgm:resizeHandles val="exact"/>
        </dgm:presLayoutVars>
      </dgm:prSet>
      <dgm:spPr/>
    </dgm:pt>
    <dgm:pt modelId="{D16F64AD-1ADD-4588-B59A-519E5B298DE8}" type="pres">
      <dgm:prSet presAssocID="{ACBF6F47-DBD3-455A-923F-55B4075B93A5}" presName="compNode" presStyleCnt="0"/>
      <dgm:spPr/>
    </dgm:pt>
    <dgm:pt modelId="{8B230299-DC8F-4E06-8F34-A7537611CAF7}" type="pres">
      <dgm:prSet presAssocID="{ACBF6F47-DBD3-455A-923F-55B4075B93A5}" presName="pictRect" presStyleLbl="revTx" presStyleIdx="0" presStyleCnt="6">
        <dgm:presLayoutVars>
          <dgm:chMax val="0"/>
          <dgm:bulletEnabled/>
        </dgm:presLayoutVars>
      </dgm:prSet>
      <dgm:spPr/>
    </dgm:pt>
    <dgm:pt modelId="{EA4BA5CC-560C-4CAB-904D-BA98F74D6A00}" type="pres">
      <dgm:prSet presAssocID="{ACBF6F47-DBD3-455A-923F-55B4075B93A5}" presName="textRect" presStyleLbl="revTx" presStyleIdx="1" presStyleCnt="6">
        <dgm:presLayoutVars>
          <dgm:bulletEnabled/>
        </dgm:presLayoutVars>
      </dgm:prSet>
      <dgm:spPr/>
    </dgm:pt>
    <dgm:pt modelId="{CB361BD5-B87A-4ED5-AC2F-8EFF44053CE9}" type="pres">
      <dgm:prSet presAssocID="{3FFF324C-9F29-4D1A-A975-3E5021D765DB}" presName="sibTrans" presStyleLbl="sibTrans2D1" presStyleIdx="0" presStyleCnt="0"/>
      <dgm:spPr/>
    </dgm:pt>
    <dgm:pt modelId="{33B1EDBE-0694-4F2C-8FF7-404843A063D1}" type="pres">
      <dgm:prSet presAssocID="{AEA8FD14-BBEB-4DFC-852D-FE439ADED793}" presName="compNode" presStyleCnt="0"/>
      <dgm:spPr/>
    </dgm:pt>
    <dgm:pt modelId="{FA10915D-F748-462E-9F58-2A7B6A1469B9}" type="pres">
      <dgm:prSet presAssocID="{AEA8FD14-BBEB-4DFC-852D-FE439ADED793}" presName="pictRect" presStyleLbl="revTx" presStyleIdx="2" presStyleCnt="6">
        <dgm:presLayoutVars>
          <dgm:chMax val="0"/>
          <dgm:bulletEnabled/>
        </dgm:presLayoutVars>
      </dgm:prSet>
      <dgm:spPr/>
    </dgm:pt>
    <dgm:pt modelId="{B7380C02-1D68-4B48-BBD9-18AED86E59E1}" type="pres">
      <dgm:prSet presAssocID="{AEA8FD14-BBEB-4DFC-852D-FE439ADED793}" presName="textRect" presStyleLbl="revTx" presStyleIdx="3" presStyleCnt="6">
        <dgm:presLayoutVars>
          <dgm:bulletEnabled/>
        </dgm:presLayoutVars>
      </dgm:prSet>
      <dgm:spPr/>
    </dgm:pt>
    <dgm:pt modelId="{D24E40EF-C74B-420A-A26C-B552FC5FDC7F}" type="pres">
      <dgm:prSet presAssocID="{F3800E18-890A-401C-A58D-6AE4D10194F2}" presName="sibTrans" presStyleLbl="sibTrans2D1" presStyleIdx="0" presStyleCnt="0"/>
      <dgm:spPr/>
    </dgm:pt>
    <dgm:pt modelId="{1BBAF274-39A3-4FDD-8B48-17C1EF4162E1}" type="pres">
      <dgm:prSet presAssocID="{737E258E-ED01-4654-87D3-73347621F773}" presName="compNode" presStyleCnt="0"/>
      <dgm:spPr/>
    </dgm:pt>
    <dgm:pt modelId="{1D630C7D-37C8-4718-9F17-CEE237421096}" type="pres">
      <dgm:prSet presAssocID="{737E258E-ED01-4654-87D3-73347621F773}" presName="pictRect" presStyleLbl="revTx" presStyleIdx="4" presStyleCnt="6">
        <dgm:presLayoutVars>
          <dgm:chMax val="0"/>
          <dgm:bulletEnabled/>
        </dgm:presLayoutVars>
      </dgm:prSet>
      <dgm:spPr/>
    </dgm:pt>
    <dgm:pt modelId="{4B581E4B-57DA-43A6-AD6F-70F890AA1A58}" type="pres">
      <dgm:prSet presAssocID="{737E258E-ED01-4654-87D3-73347621F773}" presName="textRect" presStyleLbl="revTx" presStyleIdx="5" presStyleCnt="6">
        <dgm:presLayoutVars>
          <dgm:bulletEnabled/>
        </dgm:presLayoutVars>
      </dgm:prSet>
      <dgm:spPr/>
    </dgm:pt>
  </dgm:ptLst>
  <dgm:cxnLst>
    <dgm:cxn modelId="{E9C93815-F014-4B85-85DA-A9860A3FF138}" type="presOf" srcId="{737E258E-ED01-4654-87D3-73347621F773}" destId="{1D630C7D-37C8-4718-9F17-CEE237421096}" srcOrd="0" destOrd="0" presId="urn:microsoft.com/office/officeart/2024/3/layout/hArchList1"/>
    <dgm:cxn modelId="{F2B3C82D-7A1B-42DE-A461-D458AA7D225E}" srcId="{ACBF6F47-DBD3-455A-923F-55B4075B93A5}" destId="{257B96FC-7541-44DF-8F25-988F72C1FB3F}" srcOrd="0" destOrd="0" parTransId="{B7D027EE-E774-461B-8210-005943914E77}" sibTransId="{220B34B8-2807-4A7A-83F8-7D57755F8B53}"/>
    <dgm:cxn modelId="{9F535E3A-F223-4BD0-8633-D3A4C3963996}" type="presOf" srcId="{B61FD056-3209-4F3D-8B44-8C27321699C1}" destId="{B7380C02-1D68-4B48-BBD9-18AED86E59E1}" srcOrd="0" destOrd="0" presId="urn:microsoft.com/office/officeart/2024/3/layout/hArchList1"/>
    <dgm:cxn modelId="{20054440-36D1-4F35-9E50-67D5DA0050FB}" srcId="{29798ADC-2438-44FA-87B7-6F255B40D8E7}" destId="{AEA8FD14-BBEB-4DFC-852D-FE439ADED793}" srcOrd="1" destOrd="0" parTransId="{18355461-C230-45BA-9901-0EFB21B2A3D2}" sibTransId="{F3800E18-890A-401C-A58D-6AE4D10194F2}"/>
    <dgm:cxn modelId="{19E0A26A-9CAF-4A4E-85B5-26E036BB2B78}" type="presOf" srcId="{ACBF6F47-DBD3-455A-923F-55B4075B93A5}" destId="{8B230299-DC8F-4E06-8F34-A7537611CAF7}" srcOrd="0" destOrd="0" presId="urn:microsoft.com/office/officeart/2024/3/layout/hArchList1"/>
    <dgm:cxn modelId="{91F8DC4C-1697-4116-A15F-1DEA3D763949}" type="presOf" srcId="{257B96FC-7541-44DF-8F25-988F72C1FB3F}" destId="{EA4BA5CC-560C-4CAB-904D-BA98F74D6A00}" srcOrd="0" destOrd="0" presId="urn:microsoft.com/office/officeart/2024/3/layout/hArchList1"/>
    <dgm:cxn modelId="{105FE44C-7FAE-49AF-9B3C-34217E6BD337}" type="presOf" srcId="{F3800E18-890A-401C-A58D-6AE4D10194F2}" destId="{D24E40EF-C74B-420A-A26C-B552FC5FDC7F}" srcOrd="0" destOrd="0" presId="urn:microsoft.com/office/officeart/2024/3/layout/hArchList1"/>
    <dgm:cxn modelId="{BD576C56-7ECE-411E-B407-0E0EBC7CBECF}" srcId="{29798ADC-2438-44FA-87B7-6F255B40D8E7}" destId="{ACBF6F47-DBD3-455A-923F-55B4075B93A5}" srcOrd="0" destOrd="0" parTransId="{0CE3BA89-3DA9-4DED-A9A3-002558AAD921}" sibTransId="{3FFF324C-9F29-4D1A-A975-3E5021D765DB}"/>
    <dgm:cxn modelId="{34894387-1844-49F6-9F0D-88D6D4CDB84E}" type="presOf" srcId="{3FFF324C-9F29-4D1A-A975-3E5021D765DB}" destId="{CB361BD5-B87A-4ED5-AC2F-8EFF44053CE9}" srcOrd="0" destOrd="0" presId="urn:microsoft.com/office/officeart/2024/3/layout/hArchList1"/>
    <dgm:cxn modelId="{DE5EEF8C-F6A4-49F1-AC1C-9C0A1358859F}" srcId="{737E258E-ED01-4654-87D3-73347621F773}" destId="{6CEEDBC8-0E1F-4DF7-86A8-496B44671F03}" srcOrd="0" destOrd="0" parTransId="{79D99926-C76B-43AF-BEC2-D2C9A13F627B}" sibTransId="{EEA21150-C0F3-4A33-82EE-05F89F73B4F7}"/>
    <dgm:cxn modelId="{5528DE90-3DD8-491D-B4DB-5D57304F1FD4}" type="presOf" srcId="{AEA8FD14-BBEB-4DFC-852D-FE439ADED793}" destId="{FA10915D-F748-462E-9F58-2A7B6A1469B9}" srcOrd="0" destOrd="0" presId="urn:microsoft.com/office/officeart/2024/3/layout/hArchList1"/>
    <dgm:cxn modelId="{3119A9A9-8E9D-4108-A140-FD3266A5F4D6}" type="presOf" srcId="{6CEEDBC8-0E1F-4DF7-86A8-496B44671F03}" destId="{4B581E4B-57DA-43A6-AD6F-70F890AA1A58}" srcOrd="0" destOrd="0" presId="urn:microsoft.com/office/officeart/2024/3/layout/hArchList1"/>
    <dgm:cxn modelId="{9B3AAAB8-E969-4A5A-9ADF-88CDB7A229B7}" type="presOf" srcId="{29798ADC-2438-44FA-87B7-6F255B40D8E7}" destId="{5A10291D-C6E8-4011-B0AA-D59BD92802EC}" srcOrd="0" destOrd="0" presId="urn:microsoft.com/office/officeart/2024/3/layout/hArchList1"/>
    <dgm:cxn modelId="{754B8FC6-8F4F-40F8-A2DE-A50B03B484C7}" srcId="{AEA8FD14-BBEB-4DFC-852D-FE439ADED793}" destId="{B61FD056-3209-4F3D-8B44-8C27321699C1}" srcOrd="0" destOrd="0" parTransId="{7E360730-65AC-4A0A-BDA2-B1D01A609FC1}" sibTransId="{39CAA70E-07C4-47EA-B665-02F970C38563}"/>
    <dgm:cxn modelId="{CD0E71E5-3583-4690-ACA2-CC2EABD0B493}" srcId="{29798ADC-2438-44FA-87B7-6F255B40D8E7}" destId="{737E258E-ED01-4654-87D3-73347621F773}" srcOrd="2" destOrd="0" parTransId="{F8B82A67-E755-4324-BA38-E07456F22A48}" sibTransId="{F347DDFE-868F-49C0-B469-832E862A1E27}"/>
    <dgm:cxn modelId="{87F12804-D730-4C57-87B4-B69EE6869197}" type="presParOf" srcId="{5A10291D-C6E8-4011-B0AA-D59BD92802EC}" destId="{D16F64AD-1ADD-4588-B59A-519E5B298DE8}" srcOrd="0" destOrd="0" presId="urn:microsoft.com/office/officeart/2024/3/layout/hArchList1"/>
    <dgm:cxn modelId="{D507BABC-9E7C-484D-B89A-5B2DF452CFD0}" type="presParOf" srcId="{D16F64AD-1ADD-4588-B59A-519E5B298DE8}" destId="{8B230299-DC8F-4E06-8F34-A7537611CAF7}" srcOrd="0" destOrd="0" presId="urn:microsoft.com/office/officeart/2024/3/layout/hArchList1"/>
    <dgm:cxn modelId="{A31FEF9E-343E-48EE-A3BC-E8279C6EA2AC}" type="presParOf" srcId="{D16F64AD-1ADD-4588-B59A-519E5B298DE8}" destId="{EA4BA5CC-560C-4CAB-904D-BA98F74D6A00}" srcOrd="1" destOrd="0" presId="urn:microsoft.com/office/officeart/2024/3/layout/hArchList1"/>
    <dgm:cxn modelId="{30C66935-9C78-4F85-87E4-ADB10600E78F}" type="presParOf" srcId="{5A10291D-C6E8-4011-B0AA-D59BD92802EC}" destId="{CB361BD5-B87A-4ED5-AC2F-8EFF44053CE9}" srcOrd="1" destOrd="0" presId="urn:microsoft.com/office/officeart/2024/3/layout/hArchList1"/>
    <dgm:cxn modelId="{15989E5A-218C-4A55-93CD-E4ED2A6FBB7E}" type="presParOf" srcId="{5A10291D-C6E8-4011-B0AA-D59BD92802EC}" destId="{33B1EDBE-0694-4F2C-8FF7-404843A063D1}" srcOrd="2" destOrd="0" presId="urn:microsoft.com/office/officeart/2024/3/layout/hArchList1"/>
    <dgm:cxn modelId="{361A69CE-E078-476C-89C0-5F57415A9A1B}" type="presParOf" srcId="{33B1EDBE-0694-4F2C-8FF7-404843A063D1}" destId="{FA10915D-F748-462E-9F58-2A7B6A1469B9}" srcOrd="0" destOrd="0" presId="urn:microsoft.com/office/officeart/2024/3/layout/hArchList1"/>
    <dgm:cxn modelId="{F80F738C-3B27-4E82-A4A4-0A29F473F241}" type="presParOf" srcId="{33B1EDBE-0694-4F2C-8FF7-404843A063D1}" destId="{B7380C02-1D68-4B48-BBD9-18AED86E59E1}" srcOrd="1" destOrd="0" presId="urn:microsoft.com/office/officeart/2024/3/layout/hArchList1"/>
    <dgm:cxn modelId="{CC782E88-661A-4035-893E-3F4F34CE4540}" type="presParOf" srcId="{5A10291D-C6E8-4011-B0AA-D59BD92802EC}" destId="{D24E40EF-C74B-420A-A26C-B552FC5FDC7F}" srcOrd="3" destOrd="0" presId="urn:microsoft.com/office/officeart/2024/3/layout/hArchList1"/>
    <dgm:cxn modelId="{D51DB8D9-0104-4D9F-9D98-B945A319BC0C}" type="presParOf" srcId="{5A10291D-C6E8-4011-B0AA-D59BD92802EC}" destId="{1BBAF274-39A3-4FDD-8B48-17C1EF4162E1}" srcOrd="4" destOrd="0" presId="urn:microsoft.com/office/officeart/2024/3/layout/hArchList1"/>
    <dgm:cxn modelId="{BCE55ACC-8FEB-4AEA-9AC5-A722DBB0598C}" type="presParOf" srcId="{1BBAF274-39A3-4FDD-8B48-17C1EF4162E1}" destId="{1D630C7D-37C8-4718-9F17-CEE237421096}" srcOrd="0" destOrd="0" presId="urn:microsoft.com/office/officeart/2024/3/layout/hArchList1"/>
    <dgm:cxn modelId="{E7356244-EB15-40CF-AC98-2BA084E95165}" type="presParOf" srcId="{1BBAF274-39A3-4FDD-8B48-17C1EF4162E1}" destId="{4B581E4B-57DA-43A6-AD6F-70F890AA1A58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230299-DC8F-4E06-8F34-A7537611CAF7}">
      <dsp:nvSpPr>
        <dsp:cNvPr id="0" name=""/>
        <dsp:cNvSpPr/>
      </dsp:nvSpPr>
      <dsp:spPr>
        <a:xfrm>
          <a:off x="0" y="0"/>
          <a:ext cx="2569406" cy="531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rgbClr val="01598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Integrated Public Use Microdata Series​</a:t>
          </a:r>
        </a:p>
      </dsp:txBody>
      <dsp:txXfrm>
        <a:off x="0" y="0"/>
        <a:ext cx="2569406" cy="531136"/>
      </dsp:txXfrm>
    </dsp:sp>
    <dsp:sp modelId="{EA4BA5CC-560C-4CAB-904D-BA98F74D6A00}">
      <dsp:nvSpPr>
        <dsp:cNvPr id="0" name=""/>
        <dsp:cNvSpPr/>
      </dsp:nvSpPr>
      <dsp:spPr>
        <a:xfrm>
          <a:off x="0" y="531136"/>
          <a:ext cx="2569406" cy="1327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 dirty="0"/>
            <a:t>Operated by the University of Minnesota</a:t>
          </a:r>
        </a:p>
      </dsp:txBody>
      <dsp:txXfrm>
        <a:off x="0" y="531136"/>
        <a:ext cx="2569406" cy="1327142"/>
      </dsp:txXfrm>
    </dsp:sp>
    <dsp:sp modelId="{FA10915D-F748-462E-9F58-2A7B6A1469B9}">
      <dsp:nvSpPr>
        <dsp:cNvPr id="0" name=""/>
        <dsp:cNvSpPr/>
      </dsp:nvSpPr>
      <dsp:spPr>
        <a:xfrm>
          <a:off x="2826346" y="0"/>
          <a:ext cx="2569406" cy="531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Core mission: data harmonization</a:t>
          </a:r>
        </a:p>
      </dsp:txBody>
      <dsp:txXfrm>
        <a:off x="2826346" y="0"/>
        <a:ext cx="2569406" cy="531136"/>
      </dsp:txXfrm>
    </dsp:sp>
    <dsp:sp modelId="{B7380C02-1D68-4B48-BBD9-18AED86E59E1}">
      <dsp:nvSpPr>
        <dsp:cNvPr id="0" name=""/>
        <dsp:cNvSpPr/>
      </dsp:nvSpPr>
      <dsp:spPr>
        <a:xfrm>
          <a:off x="2826346" y="531136"/>
          <a:ext cx="2569406" cy="1327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IPUMS takes datasets that were originally collected with different questions, codes, and variable names and makes them consistent. Lots of recoding!</a:t>
          </a:r>
          <a:endParaRPr lang="en-US" sz="1200" kern="1200" dirty="0"/>
        </a:p>
      </dsp:txBody>
      <dsp:txXfrm>
        <a:off x="2826346" y="531136"/>
        <a:ext cx="2569406" cy="1327142"/>
      </dsp:txXfrm>
    </dsp:sp>
    <dsp:sp modelId="{1D630C7D-37C8-4718-9F17-CEE237421096}">
      <dsp:nvSpPr>
        <dsp:cNvPr id="0" name=""/>
        <dsp:cNvSpPr/>
      </dsp:nvSpPr>
      <dsp:spPr>
        <a:xfrm>
          <a:off x="5652693" y="0"/>
          <a:ext cx="2569406" cy="531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rgbClr val="01598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Free access!​</a:t>
          </a:r>
        </a:p>
      </dsp:txBody>
      <dsp:txXfrm>
        <a:off x="5652693" y="0"/>
        <a:ext cx="2569406" cy="531136"/>
      </dsp:txXfrm>
    </dsp:sp>
    <dsp:sp modelId="{4B581E4B-57DA-43A6-AD6F-70F890AA1A58}">
      <dsp:nvSpPr>
        <dsp:cNvPr id="0" name=""/>
        <dsp:cNvSpPr/>
      </dsp:nvSpPr>
      <dsp:spPr>
        <a:xfrm>
          <a:off x="5652693" y="531136"/>
          <a:ext cx="2569406" cy="1327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By providing access to detailed, anonymized individual-level data (microdata), IPUMS allows researchers to ask complex questions that can't be answered with aggregated summary tables. </a:t>
          </a:r>
          <a:endParaRPr lang="en-US" sz="1200" kern="1200" dirty="0"/>
        </a:p>
      </dsp:txBody>
      <dsp:txXfrm>
        <a:off x="5652693" y="531136"/>
        <a:ext cx="2569406" cy="1327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F3FC2F-9EE7-816E-9489-DF7A29ACA2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37675-A6B8-FAB0-0065-4827A6D06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1ADCE-ADAE-4909-9112-3AC374E8D4A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B034B-94CF-1D5D-181E-C476B60D0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C08DC-4CF7-C959-28BE-604BEEBD3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C3ED1-5040-4189-A49E-4FBEC4323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48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75CC73E-D39E-2BB8-29F3-7866002F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>
            <a:extLst>
              <a:ext uri="{FF2B5EF4-FFF2-40B4-BE49-F238E27FC236}">
                <a16:creationId xmlns:a16="http://schemas.microsoft.com/office/drawing/2014/main" id="{C45B5614-BC35-BE57-4C80-8A8FB6DF0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" name="Google Shape;76;gc6f73a04f_0_9:notes">
            <a:extLst>
              <a:ext uri="{FF2B5EF4-FFF2-40B4-BE49-F238E27FC236}">
                <a16:creationId xmlns:a16="http://schemas.microsoft.com/office/drawing/2014/main" id="{016595C3-5B2F-F80A-275A-82BE821FB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551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276066"/>
            <a:ext cx="9144000" cy="38674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4"/>
          <p:cNvSpPr/>
          <p:nvPr/>
        </p:nvSpPr>
        <p:spPr>
          <a:xfrm>
            <a:off x="0" y="127656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615413"/>
            <a:ext cx="8222100" cy="3013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1pPr>
            <a:lvl2pPr marL="914400" lvl="1" indent="-317500">
              <a:spcBef>
                <a:spcPts val="250"/>
              </a:spcBef>
              <a:spcAft>
                <a:spcPts val="25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8392ED-DC59-E275-87FE-07340756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278113"/>
            <a:ext cx="8222100" cy="76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658024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2692021"/>
            <a:ext cx="8222100" cy="1913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/>
              <a:t>DATA SCIENCE FOR ECONOMISTS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ECON 220 LAB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Jafet Baca-Obando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Week 9</a:t>
            </a:r>
            <a:r>
              <a:rPr lang="en-US"/>
              <a:t>, Handling IPUMS Data (Part 2) – 10/24/2025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C2045C-D916-0E51-4C93-1BB30DD2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2D012B-6AF5-7BBD-B3CA-5CC13D8F3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01982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5066024" y="1463220"/>
          <a:ext cx="3624593" cy="2302417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1177506">
                  <a:extLst>
                    <a:ext uri="{9D8B030D-6E8A-4147-A177-3AD203B41FA5}">
                      <a16:colId xmlns:a16="http://schemas.microsoft.com/office/drawing/2014/main" val="2946017471"/>
                    </a:ext>
                  </a:extLst>
                </a:gridCol>
                <a:gridCol w="2447087">
                  <a:extLst>
                    <a:ext uri="{9D8B030D-6E8A-4147-A177-3AD203B41FA5}">
                      <a16:colId xmlns:a16="http://schemas.microsoft.com/office/drawing/2014/main" val="2924369917"/>
                    </a:ext>
                  </a:extLst>
                </a:gridCol>
              </a:tblGrid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lt1"/>
                          </a:solidFill>
                          <a:latin typeface="Roboto"/>
                          <a:ea typeface="Roboto"/>
                          <a:sym typeface="Roboto"/>
                        </a:rPr>
                        <a:t>IPUMS</a:t>
                      </a:r>
                      <a:endParaRPr lang="en-US" sz="1800" b="1" i="0" u="none" strike="noStrike" cap="none" dirty="0">
                        <a:solidFill>
                          <a:schemeClr val="lt1"/>
                        </a:solidFill>
                        <a:latin typeface="Roboto"/>
                        <a:ea typeface="Roboto"/>
                        <a:sym typeface="Roboto"/>
                      </a:endParaRP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1695243274"/>
                  </a:ext>
                </a:extLst>
              </a:tr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Recoding and outlier analysis</a:t>
                      </a: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1251535810"/>
                  </a:ext>
                </a:extLst>
              </a:tr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Basic sampling</a:t>
                      </a:r>
                      <a:endParaRPr lang="en-US" sz="1800" b="0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3925304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9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C1F72B-5195-108E-1722-63992ED7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500" y="658024"/>
            <a:ext cx="8222100" cy="19635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What is IPUMS?</a:t>
            </a:r>
          </a:p>
        </p:txBody>
      </p:sp>
      <p:graphicFrame>
        <p:nvGraphicFramePr>
          <p:cNvPr id="7" name="Text Placeholder 1">
            <a:extLst>
              <a:ext uri="{FF2B5EF4-FFF2-40B4-BE49-F238E27FC236}">
                <a16:creationId xmlns:a16="http://schemas.microsoft.com/office/drawing/2014/main" id="{C63BB8CE-DBF9-DC65-C081-F7243C9DC5A3}"/>
              </a:ext>
            </a:extLst>
          </p:cNvPr>
          <p:cNvGraphicFramePr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475500" y="2692021"/>
          <a:ext cx="8222100" cy="1913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319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978F83-31C5-BDA0-22D8-9991414C1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247" y="193294"/>
            <a:ext cx="6576097" cy="395208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B1FDB1-2CF4-B53A-9F30-630880E4D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0950" y="4214091"/>
            <a:ext cx="8222100" cy="528975"/>
          </a:xfrm>
        </p:spPr>
        <p:txBody>
          <a:bodyPr anchor="b"/>
          <a:lstStyle/>
          <a:p>
            <a:r>
              <a:rPr lang="en-US" dirty="0">
                <a:solidFill>
                  <a:schemeClr val="bg1"/>
                </a:solidFill>
              </a:rPr>
              <a:t>How to register and extract data? Check guide on Canvas.</a:t>
            </a:r>
          </a:p>
        </p:txBody>
      </p:sp>
    </p:spTree>
    <p:extLst>
      <p:ext uri="{BB962C8B-B14F-4D97-AF65-F5344CB8AC3E}">
        <p14:creationId xmlns:p14="http://schemas.microsoft.com/office/powerpoint/2010/main" val="830185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D3F8357-3484-0600-66D5-856C5A5B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7AC259C7-7C69-CD15-506A-04F6FA3D61AA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C0AC41B-453D-D9CD-B169-D31E1AEDA6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Importing required libraries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5C129B-B7CC-61E3-B034-C29309959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316938"/>
            <a:ext cx="6400800" cy="131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2A7EC-BB41-255D-F2BC-CE3A2589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and explore the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128FE7-0C96-2E82-8642-114FA4DB6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750" y="1388617"/>
            <a:ext cx="5486400" cy="2618210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9961B53E-D353-AD29-62AC-565DA0534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900" y="4100299"/>
            <a:ext cx="8222100" cy="528975"/>
          </a:xfrm>
        </p:spPr>
        <p:txBody>
          <a:bodyPr anchor="b"/>
          <a:lstStyle/>
          <a:p>
            <a:r>
              <a:rPr lang="en-US" dirty="0"/>
              <a:t>Note the large number of observations!</a:t>
            </a:r>
          </a:p>
        </p:txBody>
      </p:sp>
    </p:spTree>
    <p:extLst>
      <p:ext uri="{BB962C8B-B14F-4D97-AF65-F5344CB8AC3E}">
        <p14:creationId xmlns:p14="http://schemas.microsoft.com/office/powerpoint/2010/main" val="3694356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0371BC-5499-E034-7E10-F4C1D54F4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IPUMS uses numeric codes for categorical variables.</a:t>
            </a:r>
          </a:p>
          <a:p>
            <a:r>
              <a:rPr lang="en-US" b="1" dirty="0"/>
              <a:t>Example:</a:t>
            </a:r>
            <a:r>
              <a:rPr lang="en-US" dirty="0"/>
              <a:t> SCHLTYPE (School Type).</a:t>
            </a:r>
          </a:p>
          <a:p>
            <a:r>
              <a:rPr lang="en-US" b="1" dirty="0"/>
              <a:t>Need the Codebook!</a:t>
            </a:r>
            <a:r>
              <a:rPr lang="en-US" dirty="0"/>
              <a:t> Tells us: 0=N/A, 1=Not Enrolled, 2=Public, 3=Private.</a:t>
            </a:r>
          </a:p>
          <a:p>
            <a:r>
              <a:rPr lang="en-US" b="1" dirty="0">
                <a:solidFill>
                  <a:schemeClr val="accent6"/>
                </a:solidFill>
              </a:rPr>
              <a:t>Recoding</a:t>
            </a:r>
            <a:r>
              <a:rPr lang="en-US" dirty="0"/>
              <a:t>: replace numbers with meaningful labels.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1BABD2-29F0-0AA6-F2B4-3F04C586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Recoding a categorical variable</a:t>
            </a:r>
          </a:p>
        </p:txBody>
      </p:sp>
    </p:spTree>
    <p:extLst>
      <p:ext uri="{BB962C8B-B14F-4D97-AF65-F5344CB8AC3E}">
        <p14:creationId xmlns:p14="http://schemas.microsoft.com/office/powerpoint/2010/main" val="591597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E424B2-D738-077B-C949-138CF6702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Recoding a categorical variable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370F3F-DBF1-15EB-5751-B040EADE1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1370965"/>
            <a:ext cx="3657600" cy="2889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837801-C769-327C-C0B5-A9D1C5831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344" y="1370965"/>
            <a:ext cx="3657600" cy="359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22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4EFAA3-9E76-37C7-4B92-29878F818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Outliers:</a:t>
            </a:r>
            <a:r>
              <a:rPr lang="en-US" dirty="0"/>
              <a:t> Extreme values that might distort analysis.</a:t>
            </a:r>
          </a:p>
          <a:p>
            <a:r>
              <a:rPr lang="en-US" dirty="0"/>
              <a:t>Idea:</a:t>
            </a:r>
          </a:p>
          <a:p>
            <a:pPr lvl="1"/>
            <a:r>
              <a:rPr lang="en-US" dirty="0"/>
              <a:t>Use a histogram (.hist()) to see the distribution.</a:t>
            </a:r>
          </a:p>
          <a:p>
            <a:pPr lvl="1"/>
            <a:r>
              <a:rPr lang="en-US" dirty="0"/>
              <a:t>Observe asymmetry and potential extreme high/low values (including negative).</a:t>
            </a:r>
          </a:p>
          <a:p>
            <a:r>
              <a:rPr lang="en-US" dirty="0"/>
              <a:t>Treatment:</a:t>
            </a:r>
          </a:p>
          <a:p>
            <a:pPr lvl="1"/>
            <a:r>
              <a:rPr lang="en-US" dirty="0"/>
              <a:t>Interquartile range (IQR) =Q3 (75th percentile) - Q1 (25th percentile)</a:t>
            </a:r>
          </a:p>
          <a:p>
            <a:pPr lvl="1"/>
            <a:r>
              <a:rPr lang="en-US" b="1" dirty="0"/>
              <a:t>Define Bounds:</a:t>
            </a:r>
            <a:r>
              <a:rPr lang="en-US" dirty="0"/>
              <a:t> Lower = Q1 - 1.5*IQR, Upper = Q3 + 1.5*IQR.</a:t>
            </a:r>
          </a:p>
          <a:p>
            <a:pPr lvl="1"/>
            <a:r>
              <a:rPr lang="en-US" b="1" dirty="0"/>
              <a:t>Filter:</a:t>
            </a:r>
            <a:r>
              <a:rPr lang="en-US" dirty="0"/>
              <a:t> Keep data only within these bounds.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169321-CEF1-66C0-D9B8-FD9C838B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 detection and treatment</a:t>
            </a:r>
          </a:p>
        </p:txBody>
      </p:sp>
    </p:spTree>
    <p:extLst>
      <p:ext uri="{BB962C8B-B14F-4D97-AF65-F5344CB8AC3E}">
        <p14:creationId xmlns:p14="http://schemas.microsoft.com/office/powerpoint/2010/main" val="2291588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DB5F1F-A2DE-5317-7BFF-A9E33E025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IQR might not catch all problematic values (e.g., 0 or negative income).</a:t>
            </a:r>
          </a:p>
          <a:p>
            <a:r>
              <a:rPr lang="en-US" b="1" dirty="0"/>
              <a:t>Domain knowledge</a:t>
            </a:r>
            <a:r>
              <a:rPr lang="en-US" dirty="0"/>
              <a:t>: Is zero/negative income plausible/useful for this analysis?</a:t>
            </a:r>
          </a:p>
          <a:p>
            <a:r>
              <a:rPr lang="en-US" b="1" dirty="0"/>
              <a:t>Filter</a:t>
            </a:r>
            <a:r>
              <a:rPr lang="en-US" dirty="0"/>
              <a:t>: Remove observations with INCTOT &lt;= 0.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7C74DA-87F2-DC7C-17C8-F7DE22C7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 detection and treatment</a:t>
            </a:r>
          </a:p>
        </p:txBody>
      </p:sp>
    </p:spTree>
    <p:extLst>
      <p:ext uri="{BB962C8B-B14F-4D97-AF65-F5344CB8AC3E}">
        <p14:creationId xmlns:p14="http://schemas.microsoft.com/office/powerpoint/2010/main" val="2086816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139292-C0DB-214B-2740-43F0E43BE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 detection and treatment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B7C4C6-4D67-8F05-2B59-97B0871ED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33" y="1670112"/>
            <a:ext cx="3657600" cy="27707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F4FA5-17FA-E9E2-97D6-46A225FB1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569" y="1670112"/>
            <a:ext cx="3657600" cy="277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54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D13A27-22A5-4398-66E1-3CFEC0AAF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sample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D8241-5DE3-FA22-F70A-84BCA463F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97825"/>
            <a:ext cx="4572000" cy="367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51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0F855F-63C4-5E5B-F8A7-FDB812AA2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Check the Codebook</a:t>
            </a:r>
            <a:r>
              <a:rPr lang="en-US" dirty="0"/>
              <a:t>: It's essential for understanding IPUMS numeric codes.</a:t>
            </a:r>
          </a:p>
          <a:p>
            <a:r>
              <a:rPr lang="en-US" b="1" dirty="0"/>
              <a:t>Recode Variables</a:t>
            </a:r>
            <a:r>
              <a:rPr lang="en-US" dirty="0"/>
              <a:t>: Use .replace() to make your data readable (e.g., 2 → "Public School").</a:t>
            </a:r>
          </a:p>
          <a:p>
            <a:r>
              <a:rPr lang="en-US" b="1" dirty="0"/>
              <a:t>Find Outliers</a:t>
            </a:r>
            <a:r>
              <a:rPr lang="en-US" dirty="0"/>
              <a:t>: Use .hist() to visualize data and spot extreme values.</a:t>
            </a:r>
          </a:p>
          <a:p>
            <a:r>
              <a:rPr lang="en-US" b="1" dirty="0"/>
              <a:t>Sample for Speed</a:t>
            </a:r>
            <a:r>
              <a:rPr lang="en-US" dirty="0"/>
              <a:t>: Use .sample() for quick analysis on large datasets, but be aware of sampling variability.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20C7DB-00DE-138A-A741-BDAA2127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707435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EBC7-97D4-C66E-30A6-148C3040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/>
          <a:lstStyle/>
          <a:p>
            <a:r>
              <a:rPr lang="en-US" dirty="0"/>
              <a:t>To-do 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9F882-4B94-D501-2F2E-20CBA9C3B1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Complete Data Exercise 6</a:t>
            </a:r>
          </a:p>
          <a:p>
            <a:pPr lvl="1"/>
            <a:r>
              <a:rPr lang="en-US" dirty="0"/>
              <a:t>Upload Jupyter notebook (.ipynb file) and HTML file on </a:t>
            </a:r>
            <a:r>
              <a:rPr lang="en-US" b="1" dirty="0">
                <a:solidFill>
                  <a:srgbClr val="FFC000"/>
                </a:solidFill>
              </a:rPr>
              <a:t>October 26</a:t>
            </a:r>
          </a:p>
          <a:p>
            <a:r>
              <a:rPr lang="en-US" b="1" dirty="0">
                <a:solidFill>
                  <a:srgbClr val="FFC000"/>
                </a:solidFill>
              </a:rPr>
              <a:t>Complete Data Exercise 7</a:t>
            </a:r>
          </a:p>
          <a:p>
            <a:pPr lvl="1"/>
            <a:r>
              <a:rPr lang="en-US" dirty="0"/>
              <a:t>Upload Jupyter notebook (.</a:t>
            </a:r>
            <a:r>
              <a:rPr lang="en-US" dirty="0" err="1"/>
              <a:t>ipynb</a:t>
            </a:r>
            <a:r>
              <a:rPr lang="en-US" dirty="0"/>
              <a:t> file) and HTML file on </a:t>
            </a:r>
            <a:r>
              <a:rPr lang="en-US" b="1" dirty="0">
                <a:solidFill>
                  <a:srgbClr val="FFC000"/>
                </a:solidFill>
              </a:rPr>
              <a:t>November 2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98108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Custom 3">
      <a:dk1>
        <a:srgbClr val="01598D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1306</TotalTime>
  <Words>440</Words>
  <Application>Microsoft Office PowerPoint</Application>
  <PresentationFormat>On-screen Show (16:9)</PresentationFormat>
  <Paragraphs>54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Roboto</vt:lpstr>
      <vt:lpstr>Arial</vt:lpstr>
      <vt:lpstr>Material</vt:lpstr>
      <vt:lpstr>DATA SCIENCE FOR ECONOMISTS</vt:lpstr>
      <vt:lpstr>Outline</vt:lpstr>
      <vt:lpstr>What is IPUMS?</vt:lpstr>
      <vt:lpstr>PowerPoint Presentation</vt:lpstr>
      <vt:lpstr>Importing required libraries</vt:lpstr>
      <vt:lpstr>Load and explore the data</vt:lpstr>
      <vt:lpstr>Recoding a categorical variable</vt:lpstr>
      <vt:lpstr>Recoding a categorical variable</vt:lpstr>
      <vt:lpstr>Outlier detection and treatment</vt:lpstr>
      <vt:lpstr>Outlier detection and treatment</vt:lpstr>
      <vt:lpstr>Outlier detection and treatment</vt:lpstr>
      <vt:lpstr>Random sample</vt:lpstr>
      <vt:lpstr>Recap</vt:lpstr>
      <vt:lpstr>To-do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Baca Obando, Jafet</cp:lastModifiedBy>
  <cp:revision>7</cp:revision>
  <dcterms:modified xsi:type="dcterms:W3CDTF">2025-10-24T13:45:09Z</dcterms:modified>
</cp:coreProperties>
</file>