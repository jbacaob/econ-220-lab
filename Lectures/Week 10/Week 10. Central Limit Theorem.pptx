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1" r:id="rId3"/>
    <p:sldId id="323" r:id="rId4"/>
    <p:sldId id="267" r:id="rId5"/>
    <p:sldId id="313" r:id="rId6"/>
    <p:sldId id="306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288" r:id="rId16"/>
    <p:sldId id="272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14C1F-3F53-40F6-9ADD-E9E99BA76B37}" v="89" dt="2025-10-31T13:28:04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10-31T13:28:32.662" v="15864" actId="20577"/>
      <pc:docMkLst>
        <pc:docMk/>
      </pc:docMkLst>
      <pc:sldChg chg="modSp mod">
        <pc:chgData name="Jafet Baca" userId="e9aa8a7d9ee7777b" providerId="LiveId" clId="{891FC043-2C73-4761-9DD1-747827663B49}" dt="2025-10-30T20:50:31.123" v="14166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10-30T20:50:31.123" v="14166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 chgLayout">
        <pc:chgData name="Jafet Baca" userId="e9aa8a7d9ee7777b" providerId="LiveId" clId="{891FC043-2C73-4761-9DD1-747827663B49}" dt="2025-10-31T04:20:29.498" v="15512" actId="1076"/>
        <pc:sldMkLst>
          <pc:docMk/>
          <pc:sldMk cId="146951357" sldId="267"/>
        </pc:sldMkLst>
        <pc:spChg chg="mod ord">
          <ac:chgData name="Jafet Baca" userId="e9aa8a7d9ee7777b" providerId="LiveId" clId="{891FC043-2C73-4761-9DD1-747827663B49}" dt="2025-10-24T01:32:24.198" v="1344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891FC043-2C73-4761-9DD1-747827663B49}" dt="2025-10-24T01:32:24.198" v="13449" actId="700"/>
          <ac:spMkLst>
            <pc:docMk/>
            <pc:sldMk cId="146951357" sldId="267"/>
            <ac:spMk id="79" creationId="{7AC259C7-7C69-CD15-506A-04F6FA3D61AA}"/>
          </ac:spMkLst>
        </pc:spChg>
        <pc:picChg chg="add del mod">
          <ac:chgData name="Jafet Baca" userId="e9aa8a7d9ee7777b" providerId="LiveId" clId="{891FC043-2C73-4761-9DD1-747827663B49}" dt="2025-10-31T03:11:01.433" v="14169" actId="478"/>
          <ac:picMkLst>
            <pc:docMk/>
            <pc:sldMk cId="146951357" sldId="267"/>
            <ac:picMk id="3" creationId="{835C129B-B7CC-61E3-B034-C293099599B5}"/>
          </ac:picMkLst>
        </pc:picChg>
        <pc:picChg chg="add mod">
          <ac:chgData name="Jafet Baca" userId="e9aa8a7d9ee7777b" providerId="LiveId" clId="{891FC043-2C73-4761-9DD1-747827663B49}" dt="2025-10-31T04:20:29.498" v="15512" actId="1076"/>
          <ac:picMkLst>
            <pc:docMk/>
            <pc:sldMk cId="146951357" sldId="267"/>
            <ac:picMk id="4" creationId="{B35A020A-CE26-8651-3990-253641AFBF76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del mod">
        <pc:chgData name="Jafet Baca" userId="e9aa8a7d9ee7777b" providerId="LiveId" clId="{891FC043-2C73-4761-9DD1-747827663B49}" dt="2025-10-24T01:46:15.864" v="13694" actId="47"/>
        <pc:sldMkLst>
          <pc:docMk/>
          <pc:sldMk cId="1016271269" sldId="269"/>
        </pc:sldMkLst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10-31T04:17:13.686" v="15332" actId="6549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10-31T04:17:13.686" v="15332" actId="6549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del mod">
        <pc:chgData name="Jafet Baca" userId="e9aa8a7d9ee7777b" providerId="LiveId" clId="{891FC043-2C73-4761-9DD1-747827663B49}" dt="2025-10-02T21:56:01.544" v="9832" actId="47"/>
        <pc:sldMkLst>
          <pc:docMk/>
          <pc:sldMk cId="1467760601" sldId="275"/>
        </pc:sldMkLst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del mod modClrScheme chgLayout">
        <pc:chgData name="Jafet Baca" userId="e9aa8a7d9ee7777b" providerId="LiveId" clId="{891FC043-2C73-4761-9DD1-747827663B49}" dt="2025-09-25T17:54:00.173" v="8464" actId="47"/>
        <pc:sldMkLst>
          <pc:docMk/>
          <pc:sldMk cId="3132385390" sldId="285"/>
        </pc:sldMkLst>
      </pc:sldChg>
      <pc:sldChg chg="addSp delSp modSp new add del mod ord">
        <pc:chgData name="Jafet Baca" userId="e9aa8a7d9ee7777b" providerId="LiveId" clId="{891FC043-2C73-4761-9DD1-747827663B49}" dt="2025-09-25T17:54:01.412" v="8465" actId="47"/>
        <pc:sldMkLst>
          <pc:docMk/>
          <pc:sldMk cId="53525135" sldId="286"/>
        </pc:sldMkLst>
      </pc:sldChg>
      <pc:sldChg chg="addSp delSp modSp new del mod ord">
        <pc:chgData name="Jafet Baca" userId="e9aa8a7d9ee7777b" providerId="LiveId" clId="{891FC043-2C73-4761-9DD1-747827663B49}" dt="2025-10-02T21:37:18.078" v="9205" actId="47"/>
        <pc:sldMkLst>
          <pc:docMk/>
          <pc:sldMk cId="101706889" sldId="287"/>
        </pc:sldMkLst>
      </pc:sldChg>
      <pc:sldChg chg="addSp delSp modSp new mod">
        <pc:chgData name="Jafet Baca" userId="e9aa8a7d9ee7777b" providerId="LiveId" clId="{891FC043-2C73-4761-9DD1-747827663B49}" dt="2025-10-31T04:12:41.901" v="15305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10-31T04:12:41.901" v="15305" actId="20577"/>
          <ac:spMkLst>
            <pc:docMk/>
            <pc:sldMk cId="3707435978" sldId="288"/>
            <ac:spMk id="2" creationId="{BD0F855F-63C4-5E5B-F8A7-FDB812AA2D35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del mod">
        <pc:chgData name="Jafet Baca" userId="e9aa8a7d9ee7777b" providerId="LiveId" clId="{891FC043-2C73-4761-9DD1-747827663B49}" dt="2025-10-16T13:51:42.279" v="11338" actId="47"/>
        <pc:sldMkLst>
          <pc:docMk/>
          <pc:sldMk cId="377898415" sldId="290"/>
        </pc:sldMkLst>
      </pc:sldChg>
      <pc:sldChg chg="addSp delSp modSp new del mod">
        <pc:chgData name="Jafet Baca" userId="e9aa8a7d9ee7777b" providerId="LiveId" clId="{891FC043-2C73-4761-9DD1-747827663B49}" dt="2025-10-24T01:46:16.870" v="13695" actId="47"/>
        <pc:sldMkLst>
          <pc:docMk/>
          <pc:sldMk cId="2000719285" sldId="291"/>
        </pc:sldMkLst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del mod ord">
        <pc:chgData name="Jafet Baca" userId="e9aa8a7d9ee7777b" providerId="LiveId" clId="{891FC043-2C73-4761-9DD1-747827663B49}" dt="2025-09-25T17:45:56.400" v="8025" actId="47"/>
        <pc:sldMkLst>
          <pc:docMk/>
          <pc:sldMk cId="2352672421" sldId="294"/>
        </pc:sldMkLst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Chg chg="addSp delSp modSp add del mod">
        <pc:chgData name="Jafet Baca" userId="e9aa8a7d9ee7777b" providerId="LiveId" clId="{891FC043-2C73-4761-9DD1-747827663B49}" dt="2025-10-02T21:37:18.844" v="9206" actId="47"/>
        <pc:sldMkLst>
          <pc:docMk/>
          <pc:sldMk cId="1632656041" sldId="295"/>
        </pc:sldMkLst>
      </pc:sldChg>
      <pc:sldChg chg="addSp delSp modSp new del mod">
        <pc:chgData name="Jafet Baca" userId="e9aa8a7d9ee7777b" providerId="LiveId" clId="{891FC043-2C73-4761-9DD1-747827663B49}" dt="2025-10-02T21:37:28.460" v="9207" actId="47"/>
        <pc:sldMkLst>
          <pc:docMk/>
          <pc:sldMk cId="973623954" sldId="296"/>
        </pc:sldMkLst>
      </pc:sldChg>
      <pc:sldChg chg="addSp delSp modSp add del mod">
        <pc:chgData name="Jafet Baca" userId="e9aa8a7d9ee7777b" providerId="LiveId" clId="{891FC043-2C73-4761-9DD1-747827663B49}" dt="2025-10-02T21:37:29.253" v="9208" actId="47"/>
        <pc:sldMkLst>
          <pc:docMk/>
          <pc:sldMk cId="3141762190" sldId="297"/>
        </pc:sldMkLst>
      </pc:sldChg>
      <pc:sldChg chg="addSp delSp modSp new del mod">
        <pc:chgData name="Jafet Baca" userId="e9aa8a7d9ee7777b" providerId="LiveId" clId="{891FC043-2C73-4761-9DD1-747827663B49}" dt="2025-10-24T01:46:19.644" v="13699" actId="47"/>
        <pc:sldMkLst>
          <pc:docMk/>
          <pc:sldMk cId="2402855951" sldId="298"/>
        </pc:sldMkLst>
      </pc:sldChg>
      <pc:sldChg chg="addSp delSp modSp new del mod chgLayout">
        <pc:chgData name="Jafet Baca" userId="e9aa8a7d9ee7777b" providerId="LiveId" clId="{891FC043-2C73-4761-9DD1-747827663B49}" dt="2025-10-24T01:46:24.401" v="13702" actId="47"/>
        <pc:sldMkLst>
          <pc:docMk/>
          <pc:sldMk cId="2891670457" sldId="299"/>
        </pc:sldMkLst>
      </pc:sldChg>
      <pc:sldChg chg="addSp delSp modSp new del mod chgLayout">
        <pc:chgData name="Jafet Baca" userId="e9aa8a7d9ee7777b" providerId="LiveId" clId="{891FC043-2C73-4761-9DD1-747827663B49}" dt="2025-10-16T15:13:21.887" v="12928" actId="47"/>
        <pc:sldMkLst>
          <pc:docMk/>
          <pc:sldMk cId="59975748" sldId="300"/>
        </pc:sldMkLst>
      </pc:sldChg>
      <pc:sldChg chg="addSp delSp modSp new mod ord modClrScheme chgLayout">
        <pc:chgData name="Jafet Baca" userId="e9aa8a7d9ee7777b" providerId="LiveId" clId="{891FC043-2C73-4761-9DD1-747827663B49}" dt="2025-10-31T04:20:06.581" v="15509" actId="20577"/>
        <pc:sldMkLst>
          <pc:docMk/>
          <pc:sldMk cId="857497383" sldId="301"/>
        </pc:sldMkLst>
        <pc:spChg chg="mod">
          <ac:chgData name="Jafet Baca" userId="e9aa8a7d9ee7777b" providerId="LiveId" clId="{891FC043-2C73-4761-9DD1-747827663B49}" dt="2025-10-02T21:55:58.894" v="9831" actId="20577"/>
          <ac:spMkLst>
            <pc:docMk/>
            <pc:sldMk cId="857497383" sldId="301"/>
            <ac:spMk id="3" creationId="{03C2045C-D916-0E51-4C93-1BB30DD2C7B2}"/>
          </ac:spMkLst>
        </pc:spChg>
        <pc:graphicFrameChg chg="add mod modGraphic">
          <ac:chgData name="Jafet Baca" userId="e9aa8a7d9ee7777b" providerId="LiveId" clId="{891FC043-2C73-4761-9DD1-747827663B49}" dt="2025-10-31T04:20:06.581" v="15509" actId="20577"/>
          <ac:graphicFrameMkLst>
            <pc:docMk/>
            <pc:sldMk cId="857497383" sldId="301"/>
            <ac:graphicFrameMk id="5" creationId="{422D012B-6AF5-7BBD-B3CA-5CC13D8F3711}"/>
          </ac:graphicFrameMkLst>
        </pc:graphicFrameChg>
      </pc:sldChg>
      <pc:sldChg chg="addSp delSp modSp new del mod">
        <pc:chgData name="Jafet Baca" userId="e9aa8a7d9ee7777b" providerId="LiveId" clId="{891FC043-2C73-4761-9DD1-747827663B49}" dt="2025-10-16T15:13:22.050" v="12929" actId="47"/>
        <pc:sldMkLst>
          <pc:docMk/>
          <pc:sldMk cId="2550378765" sldId="302"/>
        </pc:sldMkLst>
      </pc:sldChg>
      <pc:sldChg chg="addSp delSp modSp new add del mod modClrScheme chgLayout">
        <pc:chgData name="Jafet Baca" userId="e9aa8a7d9ee7777b" providerId="LiveId" clId="{891FC043-2C73-4761-9DD1-747827663B49}" dt="2025-10-30T23:07:34.029" v="14167" actId="47"/>
        <pc:sldMkLst>
          <pc:docMk/>
          <pc:sldMk cId="2613198817" sldId="303"/>
        </pc:sldMkLst>
      </pc:sldChg>
      <pc:sldChg chg="addSp delSp modSp new add del mod setBg">
        <pc:chgData name="Jafet Baca" userId="e9aa8a7d9ee7777b" providerId="LiveId" clId="{891FC043-2C73-4761-9DD1-747827663B49}" dt="2025-10-24T13:24:50.273" v="14023" actId="47"/>
        <pc:sldMkLst>
          <pc:docMk/>
          <pc:sldMk cId="3975676099" sldId="304"/>
        </pc:sldMkLst>
      </pc:sldChg>
      <pc:sldChg chg="addSp delSp modSp new del mod">
        <pc:chgData name="Jafet Baca" userId="e9aa8a7d9ee7777b" providerId="LiveId" clId="{891FC043-2C73-4761-9DD1-747827663B49}" dt="2025-10-16T15:13:22.254" v="12930" actId="47"/>
        <pc:sldMkLst>
          <pc:docMk/>
          <pc:sldMk cId="4060318515" sldId="304"/>
        </pc:sldMkLst>
      </pc:sldChg>
      <pc:sldChg chg="addSp delSp modSp new del mod modClrScheme chgLayout">
        <pc:chgData name="Jafet Baca" userId="e9aa8a7d9ee7777b" providerId="LiveId" clId="{891FC043-2C73-4761-9DD1-747827663B49}" dt="2025-10-16T15:13:23.071" v="12931" actId="47"/>
        <pc:sldMkLst>
          <pc:docMk/>
          <pc:sldMk cId="1171559715" sldId="305"/>
        </pc:sldMkLst>
      </pc:sldChg>
      <pc:sldChg chg="modSp new del mod">
        <pc:chgData name="Jafet Baca" userId="e9aa8a7d9ee7777b" providerId="LiveId" clId="{891FC043-2C73-4761-9DD1-747827663B49}" dt="2025-10-03T12:42:21.456" v="10171" actId="2696"/>
        <pc:sldMkLst>
          <pc:docMk/>
          <pc:sldMk cId="2839240665" sldId="305"/>
        </pc:sldMkLst>
      </pc:sldChg>
      <pc:sldChg chg="addSp modSp new del mod ord">
        <pc:chgData name="Jafet Baca" userId="e9aa8a7d9ee7777b" providerId="LiveId" clId="{891FC043-2C73-4761-9DD1-747827663B49}" dt="2025-10-09T02:35:44.587" v="10590" actId="47"/>
        <pc:sldMkLst>
          <pc:docMk/>
          <pc:sldMk cId="3014189988" sldId="305"/>
        </pc:sldMkLst>
      </pc:sldChg>
      <pc:sldChg chg="addSp modSp new mod">
        <pc:chgData name="Jafet Baca" userId="e9aa8a7d9ee7777b" providerId="LiveId" clId="{891FC043-2C73-4761-9DD1-747827663B49}" dt="2025-10-31T04:20:51.669" v="15515" actId="1076"/>
        <pc:sldMkLst>
          <pc:docMk/>
          <pc:sldMk cId="591597597" sldId="306"/>
        </pc:sldMkLst>
        <pc:spChg chg="mod">
          <ac:chgData name="Jafet Baca" userId="e9aa8a7d9ee7777b" providerId="LiveId" clId="{891FC043-2C73-4761-9DD1-747827663B49}" dt="2025-10-31T04:20:51.669" v="15515" actId="1076"/>
          <ac:spMkLst>
            <pc:docMk/>
            <pc:sldMk cId="591597597" sldId="306"/>
            <ac:spMk id="2" creationId="{790371BC-5499-E034-7E10-F4C1D54F4DD0}"/>
          </ac:spMkLst>
        </pc:spChg>
        <pc:spChg chg="mod">
          <ac:chgData name="Jafet Baca" userId="e9aa8a7d9ee7777b" providerId="LiveId" clId="{891FC043-2C73-4761-9DD1-747827663B49}" dt="2025-10-31T03:13:37.804" v="14280" actId="20577"/>
          <ac:spMkLst>
            <pc:docMk/>
            <pc:sldMk cId="591597597" sldId="306"/>
            <ac:spMk id="3" creationId="{AB1BABD2-29F0-0AA6-F2B4-3F04C5865D23}"/>
          </ac:spMkLst>
        </pc:spChg>
        <pc:picChg chg="add mod">
          <ac:chgData name="Jafet Baca" userId="e9aa8a7d9ee7777b" providerId="LiveId" clId="{891FC043-2C73-4761-9DD1-747827663B49}" dt="2025-10-31T04:20:46.194" v="15514" actId="1076"/>
          <ac:picMkLst>
            <pc:docMk/>
            <pc:sldMk cId="591597597" sldId="306"/>
            <ac:picMk id="5" creationId="{8C0191E1-EDCD-300F-6C42-16AAE26E7DB3}"/>
          </ac:picMkLst>
        </pc:picChg>
      </pc:sldChg>
      <pc:sldChg chg="modSp new del mod">
        <pc:chgData name="Jafet Baca" userId="e9aa8a7d9ee7777b" providerId="LiveId" clId="{891FC043-2C73-4761-9DD1-747827663B49}" dt="2025-10-24T01:46:17.547" v="13696" actId="47"/>
        <pc:sldMkLst>
          <pc:docMk/>
          <pc:sldMk cId="2833442937" sldId="307"/>
        </pc:sldMkLst>
      </pc:sldChg>
      <pc:sldChg chg="addSp modSp new del mod">
        <pc:chgData name="Jafet Baca" userId="e9aa8a7d9ee7777b" providerId="LiveId" clId="{891FC043-2C73-4761-9DD1-747827663B49}" dt="2025-10-24T01:46:18.651" v="13698" actId="47"/>
        <pc:sldMkLst>
          <pc:docMk/>
          <pc:sldMk cId="3299970674" sldId="308"/>
        </pc:sldMkLst>
      </pc:sldChg>
      <pc:sldChg chg="new del">
        <pc:chgData name="Jafet Baca" userId="e9aa8a7d9ee7777b" providerId="LiveId" clId="{891FC043-2C73-4761-9DD1-747827663B49}" dt="2025-10-16T14:41:28.867" v="12275" actId="47"/>
        <pc:sldMkLst>
          <pc:docMk/>
          <pc:sldMk cId="2120974480" sldId="309"/>
        </pc:sldMkLst>
      </pc:sldChg>
      <pc:sldChg chg="modSp new del mod">
        <pc:chgData name="Jafet Baca" userId="e9aa8a7d9ee7777b" providerId="LiveId" clId="{891FC043-2C73-4761-9DD1-747827663B49}" dt="2025-10-24T01:46:21.258" v="13700" actId="47"/>
        <pc:sldMkLst>
          <pc:docMk/>
          <pc:sldMk cId="3055192579" sldId="309"/>
        </pc:sldMkLst>
      </pc:sldChg>
      <pc:sldChg chg="addSp delSp modSp new del mod">
        <pc:chgData name="Jafet Baca" userId="e9aa8a7d9ee7777b" providerId="LiveId" clId="{891FC043-2C73-4761-9DD1-747827663B49}" dt="2025-10-24T01:46:22.386" v="13701" actId="47"/>
        <pc:sldMkLst>
          <pc:docMk/>
          <pc:sldMk cId="3741848264" sldId="310"/>
        </pc:sldMkLst>
      </pc:sldChg>
      <pc:sldChg chg="addSp delSp modSp new del mod">
        <pc:chgData name="Jafet Baca" userId="e9aa8a7d9ee7777b" providerId="LiveId" clId="{891FC043-2C73-4761-9DD1-747827663B49}" dt="2025-10-24T01:46:17.916" v="13697" actId="47"/>
        <pc:sldMkLst>
          <pc:docMk/>
          <pc:sldMk cId="908031157" sldId="311"/>
        </pc:sldMkLst>
      </pc:sldChg>
      <pc:sldChg chg="addSp delSp modSp new del mod">
        <pc:chgData name="Jafet Baca" userId="e9aa8a7d9ee7777b" providerId="LiveId" clId="{891FC043-2C73-4761-9DD1-747827663B49}" dt="2025-10-24T01:46:14.855" v="13693" actId="47"/>
        <pc:sldMkLst>
          <pc:docMk/>
          <pc:sldMk cId="2893187393" sldId="312"/>
        </pc:sldMkLst>
      </pc:sldChg>
      <pc:sldChg chg="addSp delSp modSp new mod">
        <pc:chgData name="Jafet Baca" userId="e9aa8a7d9ee7777b" providerId="LiveId" clId="{891FC043-2C73-4761-9DD1-747827663B49}" dt="2025-10-31T03:20:08.718" v="14445" actId="20577"/>
        <pc:sldMkLst>
          <pc:docMk/>
          <pc:sldMk cId="3694356554" sldId="313"/>
        </pc:sldMkLst>
        <pc:spChg chg="mod">
          <ac:chgData name="Jafet Baca" userId="e9aa8a7d9ee7777b" providerId="LiveId" clId="{891FC043-2C73-4761-9DD1-747827663B49}" dt="2025-10-31T03:11:29.934" v="14201" actId="20577"/>
          <ac:spMkLst>
            <pc:docMk/>
            <pc:sldMk cId="3694356554" sldId="313"/>
            <ac:spMk id="3" creationId="{F292A7EC-BB41-255D-F2BC-CE3A2589A089}"/>
          </ac:spMkLst>
        </pc:spChg>
        <pc:spChg chg="add mod">
          <ac:chgData name="Jafet Baca" userId="e9aa8a7d9ee7777b" providerId="LiveId" clId="{891FC043-2C73-4761-9DD1-747827663B49}" dt="2025-10-31T03:20:08.718" v="14445" actId="20577"/>
          <ac:spMkLst>
            <pc:docMk/>
            <pc:sldMk cId="3694356554" sldId="313"/>
            <ac:spMk id="6" creationId="{9961B53E-D353-AD29-62AC-565DA0534492}"/>
          </ac:spMkLst>
        </pc:spChg>
        <pc:picChg chg="add mod">
          <ac:chgData name="Jafet Baca" userId="e9aa8a7d9ee7777b" providerId="LiveId" clId="{891FC043-2C73-4761-9DD1-747827663B49}" dt="2025-10-31T03:19:25.161" v="14297" actId="1076"/>
          <ac:picMkLst>
            <pc:docMk/>
            <pc:sldMk cId="3694356554" sldId="313"/>
            <ac:picMk id="4" creationId="{1DE4120F-1454-6B31-B111-78FF62F72092}"/>
          </ac:picMkLst>
        </pc:picChg>
        <pc:picChg chg="add del mod">
          <ac:chgData name="Jafet Baca" userId="e9aa8a7d9ee7777b" providerId="LiveId" clId="{891FC043-2C73-4761-9DD1-747827663B49}" dt="2025-10-31T03:11:43.368" v="14202" actId="478"/>
          <ac:picMkLst>
            <pc:docMk/>
            <pc:sldMk cId="3694356554" sldId="313"/>
            <ac:picMk id="5" creationId="{8F128FE7-0C96-2E82-8642-114FA4DB63B1}"/>
          </ac:picMkLst>
        </pc:picChg>
      </pc:sldChg>
      <pc:sldChg chg="addSp delSp modSp new del mod">
        <pc:chgData name="Jafet Baca" userId="e9aa8a7d9ee7777b" providerId="LiveId" clId="{891FC043-2C73-4761-9DD1-747827663B49}" dt="2025-10-31T03:33:38.973" v="14707" actId="47"/>
        <pc:sldMkLst>
          <pc:docMk/>
          <pc:sldMk cId="4009822116" sldId="314"/>
        </pc:sldMkLst>
        <pc:spChg chg="mod">
          <ac:chgData name="Jafet Baca" userId="e9aa8a7d9ee7777b" providerId="LiveId" clId="{891FC043-2C73-4761-9DD1-747827663B49}" dt="2025-10-31T03:29:10.252" v="14640" actId="403"/>
          <ac:spMkLst>
            <pc:docMk/>
            <pc:sldMk cId="4009822116" sldId="314"/>
            <ac:spMk id="3" creationId="{A1E424B2-D738-077B-C949-138CF6702E8F}"/>
          </ac:spMkLst>
        </pc:spChg>
        <pc:picChg chg="add del mod">
          <ac:chgData name="Jafet Baca" userId="e9aa8a7d9ee7777b" providerId="LiveId" clId="{891FC043-2C73-4761-9DD1-747827663B49}" dt="2025-10-31T03:31:31.529" v="14641" actId="478"/>
          <ac:picMkLst>
            <pc:docMk/>
            <pc:sldMk cId="4009822116" sldId="314"/>
            <ac:picMk id="5" creationId="{0F370F3F-DBF1-15EB-5751-B040EADE197C}"/>
          </ac:picMkLst>
        </pc:picChg>
        <pc:picChg chg="add del mod">
          <ac:chgData name="Jafet Baca" userId="e9aa8a7d9ee7777b" providerId="LiveId" clId="{891FC043-2C73-4761-9DD1-747827663B49}" dt="2025-10-31T03:31:33.530" v="14642" actId="478"/>
          <ac:picMkLst>
            <pc:docMk/>
            <pc:sldMk cId="4009822116" sldId="314"/>
            <ac:picMk id="7" creationId="{60837801-C769-327C-C0B5-A9D1C5831F89}"/>
          </ac:picMkLst>
        </pc:picChg>
      </pc:sldChg>
      <pc:sldChg chg="addSp delSp modSp new mod">
        <pc:chgData name="Jafet Baca" userId="e9aa8a7d9ee7777b" providerId="LiveId" clId="{891FC043-2C73-4761-9DD1-747827663B49}" dt="2025-10-31T04:22:58.957" v="15518" actId="1076"/>
        <pc:sldMkLst>
          <pc:docMk/>
          <pc:sldMk cId="2291588477" sldId="315"/>
        </pc:sldMkLst>
        <pc:spChg chg="add del mod">
          <ac:chgData name="Jafet Baca" userId="e9aa8a7d9ee7777b" providerId="LiveId" clId="{891FC043-2C73-4761-9DD1-747827663B49}" dt="2025-10-31T03:34:41.916" v="14712" actId="1076"/>
          <ac:spMkLst>
            <pc:docMk/>
            <pc:sldMk cId="2291588477" sldId="315"/>
            <ac:spMk id="2" creationId="{E44EFAA3-9E76-37C7-4B92-29878F818B6B}"/>
          </ac:spMkLst>
        </pc:spChg>
        <pc:spChg chg="mod">
          <ac:chgData name="Jafet Baca" userId="e9aa8a7d9ee7777b" providerId="LiveId" clId="{891FC043-2C73-4761-9DD1-747827663B49}" dt="2025-10-31T03:33:51.769" v="14708"/>
          <ac:spMkLst>
            <pc:docMk/>
            <pc:sldMk cId="2291588477" sldId="315"/>
            <ac:spMk id="3" creationId="{51169321-CEF1-66C0-D9B8-FD9C838BF1CE}"/>
          </ac:spMkLst>
        </pc:spChg>
        <pc:spChg chg="add mod">
          <ac:chgData name="Jafet Baca" userId="e9aa8a7d9ee7777b" providerId="LiveId" clId="{891FC043-2C73-4761-9DD1-747827663B49}" dt="2025-10-31T03:32:19.645" v="14656"/>
          <ac:spMkLst>
            <pc:docMk/>
            <pc:sldMk cId="2291588477" sldId="315"/>
            <ac:spMk id="4" creationId="{3F4BA7AC-5219-01BB-AC54-07B563FB114E}"/>
          </ac:spMkLst>
        </pc:spChg>
        <pc:picChg chg="add mod">
          <ac:chgData name="Jafet Baca" userId="e9aa8a7d9ee7777b" providerId="LiveId" clId="{891FC043-2C73-4761-9DD1-747827663B49}" dt="2025-10-31T04:22:58.957" v="15518" actId="1076"/>
          <ac:picMkLst>
            <pc:docMk/>
            <pc:sldMk cId="2291588477" sldId="315"/>
            <ac:picMk id="6" creationId="{E53A891C-87B3-BEBE-1F34-DA4D772EA994}"/>
          </ac:picMkLst>
        </pc:picChg>
      </pc:sldChg>
      <pc:sldChg chg="addSp delSp modSp new mod">
        <pc:chgData name="Jafet Baca" userId="e9aa8a7d9ee7777b" providerId="LiveId" clId="{891FC043-2C73-4761-9DD1-747827663B49}" dt="2025-10-31T04:24:04.145" v="15531" actId="403"/>
        <pc:sldMkLst>
          <pc:docMk/>
          <pc:sldMk cId="2086816409" sldId="316"/>
        </pc:sldMkLst>
        <pc:spChg chg="add del mod">
          <ac:chgData name="Jafet Baca" userId="e9aa8a7d9ee7777b" providerId="LiveId" clId="{891FC043-2C73-4761-9DD1-747827663B49}" dt="2025-10-31T03:36:07.529" v="14748" actId="478"/>
          <ac:spMkLst>
            <pc:docMk/>
            <pc:sldMk cId="2086816409" sldId="316"/>
            <ac:spMk id="2" creationId="{A8DB5F1F-A2DE-5317-7BFF-A9E33E025B87}"/>
          </ac:spMkLst>
        </pc:spChg>
        <pc:spChg chg="mod">
          <ac:chgData name="Jafet Baca" userId="e9aa8a7d9ee7777b" providerId="LiveId" clId="{891FC043-2C73-4761-9DD1-747827663B49}" dt="2025-10-31T03:35:31.362" v="14747" actId="20577"/>
          <ac:spMkLst>
            <pc:docMk/>
            <pc:sldMk cId="2086816409" sldId="316"/>
            <ac:spMk id="3" creationId="{027C74DA-87F2-DC7C-17C8-F7DE22C79FD4}"/>
          </ac:spMkLst>
        </pc:spChg>
        <pc:spChg chg="add del mod">
          <ac:chgData name="Jafet Baca" userId="e9aa8a7d9ee7777b" providerId="LiveId" clId="{891FC043-2C73-4761-9DD1-747827663B49}" dt="2025-10-31T04:24:04.145" v="15531" actId="403"/>
          <ac:spMkLst>
            <pc:docMk/>
            <pc:sldMk cId="2086816409" sldId="316"/>
            <ac:spMk id="5" creationId="{8C543C74-0431-436D-47CA-104DED148F5B}"/>
          </ac:spMkLst>
        </pc:spChg>
        <pc:picChg chg="add del">
          <ac:chgData name="Jafet Baca" userId="e9aa8a7d9ee7777b" providerId="LiveId" clId="{891FC043-2C73-4761-9DD1-747827663B49}" dt="2025-10-31T03:36:32.718" v="14751" actId="22"/>
          <ac:picMkLst>
            <pc:docMk/>
            <pc:sldMk cId="2086816409" sldId="316"/>
            <ac:picMk id="7" creationId="{114A1203-931E-067A-DD8F-3B6B249D16F6}"/>
          </ac:picMkLst>
        </pc:picChg>
        <pc:picChg chg="add del">
          <ac:chgData name="Jafet Baca" userId="e9aa8a7d9ee7777b" providerId="LiveId" clId="{891FC043-2C73-4761-9DD1-747827663B49}" dt="2025-10-31T03:47:57.939" v="14947" actId="478"/>
          <ac:picMkLst>
            <pc:docMk/>
            <pc:sldMk cId="2086816409" sldId="316"/>
            <ac:picMk id="9" creationId="{18EC0C95-8767-0524-6310-8A78D32E313B}"/>
          </ac:picMkLst>
        </pc:picChg>
        <pc:picChg chg="add mod">
          <ac:chgData name="Jafet Baca" userId="e9aa8a7d9ee7777b" providerId="LiveId" clId="{891FC043-2C73-4761-9DD1-747827663B49}" dt="2025-10-31T04:23:22.285" v="15522" actId="1076"/>
          <ac:picMkLst>
            <pc:docMk/>
            <pc:sldMk cId="2086816409" sldId="316"/>
            <ac:picMk id="11" creationId="{F408A731-6EDC-DF98-B9D7-4A3E25397B88}"/>
          </ac:picMkLst>
        </pc:picChg>
      </pc:sldChg>
      <pc:sldChg chg="modSp new mod">
        <pc:chgData name="Jafet Baca" userId="e9aa8a7d9ee7777b" providerId="LiveId" clId="{891FC043-2C73-4761-9DD1-747827663B49}" dt="2025-10-31T03:46:16.584" v="14946" actId="207"/>
        <pc:sldMkLst>
          <pc:docMk/>
          <pc:sldMk cId="1603818784" sldId="317"/>
        </pc:sldMkLst>
        <pc:spChg chg="mod">
          <ac:chgData name="Jafet Baca" userId="e9aa8a7d9ee7777b" providerId="LiveId" clId="{891FC043-2C73-4761-9DD1-747827663B49}" dt="2025-10-31T03:46:16.584" v="14946" actId="207"/>
          <ac:spMkLst>
            <pc:docMk/>
            <pc:sldMk cId="1603818784" sldId="317"/>
            <ac:spMk id="2" creationId="{63CA6F1E-2F93-B05F-F16C-AC4DAF3C760B}"/>
          </ac:spMkLst>
        </pc:spChg>
        <pc:spChg chg="mod">
          <ac:chgData name="Jafet Baca" userId="e9aa8a7d9ee7777b" providerId="LiveId" clId="{891FC043-2C73-4761-9DD1-747827663B49}" dt="2025-10-31T03:43:42.741" v="14892" actId="20577"/>
          <ac:spMkLst>
            <pc:docMk/>
            <pc:sldMk cId="1603818784" sldId="317"/>
            <ac:spMk id="3" creationId="{A49D4F84-60F7-CE18-264A-1D6E4BE38D09}"/>
          </ac:spMkLst>
        </pc:spChg>
      </pc:sldChg>
      <pc:sldChg chg="addSp delSp modSp new del mod">
        <pc:chgData name="Jafet Baca" userId="e9aa8a7d9ee7777b" providerId="LiveId" clId="{891FC043-2C73-4761-9DD1-747827663B49}" dt="2025-10-31T03:43:16.587" v="14853" actId="47"/>
        <pc:sldMkLst>
          <pc:docMk/>
          <pc:sldMk cId="3922354585" sldId="317"/>
        </pc:sldMkLst>
        <pc:spChg chg="mod">
          <ac:chgData name="Jafet Baca" userId="e9aa8a7d9ee7777b" providerId="LiveId" clId="{891FC043-2C73-4761-9DD1-747827663B49}" dt="2025-10-31T03:43:11.096" v="14852" actId="20577"/>
          <ac:spMkLst>
            <pc:docMk/>
            <pc:sldMk cId="3922354585" sldId="317"/>
            <ac:spMk id="3" creationId="{D6139292-C0DB-214B-2740-43F0E43BE5B1}"/>
          </ac:spMkLst>
        </pc:spChg>
      </pc:sldChg>
      <pc:sldChg chg="addSp delSp modSp new del mod">
        <pc:chgData name="Jafet Baca" userId="e9aa8a7d9ee7777b" providerId="LiveId" clId="{891FC043-2C73-4761-9DD1-747827663B49}" dt="2025-10-31T03:43:17.699" v="14854" actId="47"/>
        <pc:sldMkLst>
          <pc:docMk/>
          <pc:sldMk cId="1572651471" sldId="318"/>
        </pc:sldMkLst>
      </pc:sldChg>
      <pc:sldChg chg="addSp delSp modSp new mod">
        <pc:chgData name="Jafet Baca" userId="e9aa8a7d9ee7777b" providerId="LiveId" clId="{891FC043-2C73-4761-9DD1-747827663B49}" dt="2025-10-31T03:51:33.615" v="15012" actId="404"/>
        <pc:sldMkLst>
          <pc:docMk/>
          <pc:sldMk cId="2859148890" sldId="318"/>
        </pc:sldMkLst>
        <pc:spChg chg="del">
          <ac:chgData name="Jafet Baca" userId="e9aa8a7d9ee7777b" providerId="LiveId" clId="{891FC043-2C73-4761-9DD1-747827663B49}" dt="2025-10-31T03:51:05.954" v="15006" actId="478"/>
          <ac:spMkLst>
            <pc:docMk/>
            <pc:sldMk cId="2859148890" sldId="318"/>
            <ac:spMk id="2" creationId="{9898E7A8-8220-C409-DD81-8F82B4EBA4C4}"/>
          </ac:spMkLst>
        </pc:spChg>
        <pc:spChg chg="mod">
          <ac:chgData name="Jafet Baca" userId="e9aa8a7d9ee7777b" providerId="LiveId" clId="{891FC043-2C73-4761-9DD1-747827663B49}" dt="2025-10-31T03:51:33.615" v="15012" actId="404"/>
          <ac:spMkLst>
            <pc:docMk/>
            <pc:sldMk cId="2859148890" sldId="318"/>
            <ac:spMk id="3" creationId="{AD84738D-0A6C-6381-8DC9-8006F33E07BD}"/>
          </ac:spMkLst>
        </pc:spChg>
        <pc:picChg chg="add mod">
          <ac:chgData name="Jafet Baca" userId="e9aa8a7d9ee7777b" providerId="LiveId" clId="{891FC043-2C73-4761-9DD1-747827663B49}" dt="2025-10-31T03:51:30.774" v="15011" actId="1076"/>
          <ac:picMkLst>
            <pc:docMk/>
            <pc:sldMk cId="2859148890" sldId="318"/>
            <ac:picMk id="5" creationId="{A03BF1C8-599B-2CF1-9F0E-73435E7AAC36}"/>
          </ac:picMkLst>
        </pc:picChg>
      </pc:sldChg>
      <pc:sldChg chg="addSp modSp add del mod">
        <pc:chgData name="Jafet Baca" userId="e9aa8a7d9ee7777b" providerId="LiveId" clId="{891FC043-2C73-4761-9DD1-747827663B49}" dt="2025-10-30T23:07:34.530" v="14168" actId="47"/>
        <pc:sldMkLst>
          <pc:docMk/>
          <pc:sldMk cId="830185785" sldId="319"/>
        </pc:sldMkLst>
      </pc:sldChg>
      <pc:sldChg chg="addSp delSp modSp add mod">
        <pc:chgData name="Jafet Baca" userId="e9aa8a7d9ee7777b" providerId="LiveId" clId="{891FC043-2C73-4761-9DD1-747827663B49}" dt="2025-10-31T04:24:42.069" v="15536" actId="1076"/>
        <pc:sldMkLst>
          <pc:docMk/>
          <pc:sldMk cId="3357969454" sldId="319"/>
        </pc:sldMkLst>
        <pc:picChg chg="add mod">
          <ac:chgData name="Jafet Baca" userId="e9aa8a7d9ee7777b" providerId="LiveId" clId="{891FC043-2C73-4761-9DD1-747827663B49}" dt="2025-10-31T04:24:42.069" v="15536" actId="1076"/>
          <ac:picMkLst>
            <pc:docMk/>
            <pc:sldMk cId="3357969454" sldId="319"/>
            <ac:picMk id="4" creationId="{0C1E78C0-1592-A3E8-A5DE-3E1B5E3A4F07}"/>
          </ac:picMkLst>
        </pc:picChg>
        <pc:picChg chg="del">
          <ac:chgData name="Jafet Baca" userId="e9aa8a7d9ee7777b" providerId="LiveId" clId="{891FC043-2C73-4761-9DD1-747827663B49}" dt="2025-10-31T03:51:41.114" v="15014" actId="478"/>
          <ac:picMkLst>
            <pc:docMk/>
            <pc:sldMk cId="3357969454" sldId="319"/>
            <ac:picMk id="5" creationId="{FDEB16BD-DF63-9EA9-28AE-056D4B72B3D6}"/>
          </ac:picMkLst>
        </pc:picChg>
      </pc:sldChg>
      <pc:sldChg chg="addSp modSp new mod">
        <pc:chgData name="Jafet Baca" userId="e9aa8a7d9ee7777b" providerId="LiveId" clId="{891FC043-2C73-4761-9DD1-747827663B49}" dt="2025-10-31T04:25:05.826" v="15539" actId="1076"/>
        <pc:sldMkLst>
          <pc:docMk/>
          <pc:sldMk cId="3364883646" sldId="320"/>
        </pc:sldMkLst>
        <pc:spChg chg="mod">
          <ac:chgData name="Jafet Baca" userId="e9aa8a7d9ee7777b" providerId="LiveId" clId="{891FC043-2C73-4761-9DD1-747827663B49}" dt="2025-10-31T03:58:50.526" v="15073" actId="20577"/>
          <ac:spMkLst>
            <pc:docMk/>
            <pc:sldMk cId="3364883646" sldId="320"/>
            <ac:spMk id="2" creationId="{BC654CC3-259F-F852-1517-C7A0CEA0020E}"/>
          </ac:spMkLst>
        </pc:spChg>
        <pc:spChg chg="mod">
          <ac:chgData name="Jafet Baca" userId="e9aa8a7d9ee7777b" providerId="LiveId" clId="{891FC043-2C73-4761-9DD1-747827663B49}" dt="2025-10-31T04:24:50.379" v="15537" actId="404"/>
          <ac:spMkLst>
            <pc:docMk/>
            <pc:sldMk cId="3364883646" sldId="320"/>
            <ac:spMk id="3" creationId="{24D5B0DB-54DA-4134-2C7C-718B07894D64}"/>
          </ac:spMkLst>
        </pc:spChg>
        <pc:picChg chg="add mod">
          <ac:chgData name="Jafet Baca" userId="e9aa8a7d9ee7777b" providerId="LiveId" clId="{891FC043-2C73-4761-9DD1-747827663B49}" dt="2025-10-31T04:25:05.826" v="15539" actId="1076"/>
          <ac:picMkLst>
            <pc:docMk/>
            <pc:sldMk cId="3364883646" sldId="320"/>
            <ac:picMk id="5" creationId="{18AA8BCE-53B6-B7C3-B44A-E48A4AFF8568}"/>
          </ac:picMkLst>
        </pc:picChg>
      </pc:sldChg>
      <pc:sldChg chg="addSp modSp new mod">
        <pc:chgData name="Jafet Baca" userId="e9aa8a7d9ee7777b" providerId="LiveId" clId="{891FC043-2C73-4761-9DD1-747827663B49}" dt="2025-10-31T04:25:35.915" v="15541" actId="1076"/>
        <pc:sldMkLst>
          <pc:docMk/>
          <pc:sldMk cId="3784133112" sldId="321"/>
        </pc:sldMkLst>
        <pc:spChg chg="mod">
          <ac:chgData name="Jafet Baca" userId="e9aa8a7d9ee7777b" providerId="LiveId" clId="{891FC043-2C73-4761-9DD1-747827663B49}" dt="2025-10-31T04:01:09.795" v="15157" actId="20577"/>
          <ac:spMkLst>
            <pc:docMk/>
            <pc:sldMk cId="3784133112" sldId="321"/>
            <ac:spMk id="2" creationId="{770690F8-FE2D-3848-DEC0-6BFE3B50A882}"/>
          </ac:spMkLst>
        </pc:spChg>
        <pc:spChg chg="mod">
          <ac:chgData name="Jafet Baca" userId="e9aa8a7d9ee7777b" providerId="LiveId" clId="{891FC043-2C73-4761-9DD1-747827663B49}" dt="2025-10-31T04:00:10.101" v="15104" actId="20577"/>
          <ac:spMkLst>
            <pc:docMk/>
            <pc:sldMk cId="3784133112" sldId="321"/>
            <ac:spMk id="3" creationId="{BE91668C-70E8-B191-11D7-03471C17383E}"/>
          </ac:spMkLst>
        </pc:spChg>
        <pc:picChg chg="add mod">
          <ac:chgData name="Jafet Baca" userId="e9aa8a7d9ee7777b" providerId="LiveId" clId="{891FC043-2C73-4761-9DD1-747827663B49}" dt="2025-10-31T04:25:35.915" v="15541" actId="1076"/>
          <ac:picMkLst>
            <pc:docMk/>
            <pc:sldMk cId="3784133112" sldId="321"/>
            <ac:picMk id="5" creationId="{8823C493-33CE-D985-9FC8-0098D8D3BE0C}"/>
          </ac:picMkLst>
        </pc:picChg>
      </pc:sldChg>
      <pc:sldChg chg="addSp delSp modSp new mod">
        <pc:chgData name="Jafet Baca" userId="e9aa8a7d9ee7777b" providerId="LiveId" clId="{891FC043-2C73-4761-9DD1-747827663B49}" dt="2025-10-31T04:25:49.865" v="15551" actId="1076"/>
        <pc:sldMkLst>
          <pc:docMk/>
          <pc:sldMk cId="3422846827" sldId="322"/>
        </pc:sldMkLst>
        <pc:spChg chg="del">
          <ac:chgData name="Jafet Baca" userId="e9aa8a7d9ee7777b" providerId="LiveId" clId="{891FC043-2C73-4761-9DD1-747827663B49}" dt="2025-10-31T04:07:24.110" v="15183" actId="478"/>
          <ac:spMkLst>
            <pc:docMk/>
            <pc:sldMk cId="3422846827" sldId="322"/>
            <ac:spMk id="2" creationId="{05501E7D-7236-53C4-B379-7ED20C08F9B2}"/>
          </ac:spMkLst>
        </pc:spChg>
        <pc:spChg chg="mod">
          <ac:chgData name="Jafet Baca" userId="e9aa8a7d9ee7777b" providerId="LiveId" clId="{891FC043-2C73-4761-9DD1-747827663B49}" dt="2025-10-31T04:03:33.400" v="15182" actId="20577"/>
          <ac:spMkLst>
            <pc:docMk/>
            <pc:sldMk cId="3422846827" sldId="322"/>
            <ac:spMk id="3" creationId="{736C0199-1EDF-BE59-60CC-CB3B0E6436D5}"/>
          </ac:spMkLst>
        </pc:spChg>
        <pc:picChg chg="add mod">
          <ac:chgData name="Jafet Baca" userId="e9aa8a7d9ee7777b" providerId="LiveId" clId="{891FC043-2C73-4761-9DD1-747827663B49}" dt="2025-10-31T04:25:49.865" v="15551" actId="1076"/>
          <ac:picMkLst>
            <pc:docMk/>
            <pc:sldMk cId="3422846827" sldId="322"/>
            <ac:picMk id="5" creationId="{FD89DD92-96CA-EA63-0464-5DD5AFEE1F68}"/>
          </ac:picMkLst>
        </pc:picChg>
      </pc:sldChg>
      <pc:sldChg chg="modSp new mod">
        <pc:chgData name="Jafet Baca" userId="e9aa8a7d9ee7777b" providerId="LiveId" clId="{891FC043-2C73-4761-9DD1-747827663B49}" dt="2025-10-31T13:28:32.662" v="15864" actId="20577"/>
        <pc:sldMkLst>
          <pc:docMk/>
          <pc:sldMk cId="3401012325" sldId="323"/>
        </pc:sldMkLst>
        <pc:spChg chg="mod">
          <ac:chgData name="Jafet Baca" userId="e9aa8a7d9ee7777b" providerId="LiveId" clId="{891FC043-2C73-4761-9DD1-747827663B49}" dt="2025-10-31T13:28:32.662" v="15864" actId="20577"/>
          <ac:spMkLst>
            <pc:docMk/>
            <pc:sldMk cId="3401012325" sldId="323"/>
            <ac:spMk id="2" creationId="{95F5B9E7-9C06-E017-2C75-9EC51F7354BA}"/>
          </ac:spMkLst>
        </pc:spChg>
        <pc:spChg chg="mod">
          <ac:chgData name="Jafet Baca" userId="e9aa8a7d9ee7777b" providerId="LiveId" clId="{891FC043-2C73-4761-9DD1-747827663B49}" dt="2025-10-31T13:24:51.079" v="15570" actId="20577"/>
          <ac:spMkLst>
            <pc:docMk/>
            <pc:sldMk cId="3401012325" sldId="323"/>
            <ac:spMk id="3" creationId="{15BBFB24-9A43-1AA5-37A0-1FB39BFC0F14}"/>
          </ac:spMkLst>
        </pc:spChg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10, Central Limit Theorem – 10/31/2025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C2045C-D916-0E51-4C93-1BB30DD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D012B-6AF5-7BBD-B3CA-5CC13D8F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879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066024" y="1463220"/>
          <a:ext cx="3624593" cy="2392092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177506">
                  <a:extLst>
                    <a:ext uri="{9D8B030D-6E8A-4147-A177-3AD203B41FA5}">
                      <a16:colId xmlns:a16="http://schemas.microsoft.com/office/drawing/2014/main" val="2946017471"/>
                    </a:ext>
                  </a:extLst>
                </a:gridCol>
                <a:gridCol w="2447087">
                  <a:extLst>
                    <a:ext uri="{9D8B030D-6E8A-4147-A177-3AD203B41FA5}">
                      <a16:colId xmlns:a16="http://schemas.microsoft.com/office/drawing/2014/main" val="2924369917"/>
                    </a:ext>
                  </a:extLst>
                </a:gridCol>
              </a:tblGrid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sym typeface="Roboto"/>
                        </a:rPr>
                        <a:t>Distribution of a sample mean</a:t>
                      </a:r>
                      <a:endParaRPr lang="en-US" sz="1800" b="1" i="0" u="none" strike="noStrike" cap="none" dirty="0">
                        <a:solidFill>
                          <a:schemeClr val="lt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695243274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Central limit theorem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1251535810"/>
                  </a:ext>
                </a:extLst>
              </a:tr>
              <a:tr h="73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10119" marR="110119" marT="110119" marB="110119" anchor="ctr"/>
                </a:tc>
                <a:tc>
                  <a:txBody>
                    <a:bodyPr/>
                    <a:lstStyle/>
                    <a:p>
                      <a:pPr marL="114300" marR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Roboto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Distribution of a sample proportion</a:t>
                      </a:r>
                    </a:p>
                  </a:txBody>
                  <a:tcPr marL="110119" marR="110119" marT="110119" marB="110119" anchor="ctr"/>
                </a:tc>
                <a:extLst>
                  <a:ext uri="{0D108BD9-81ED-4DB2-BD59-A6C34878D82A}">
                    <a16:rowId xmlns:a16="http://schemas.microsoft.com/office/drawing/2014/main" val="392530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F5B9E7-9C06-E017-2C75-9EC51F73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credit earned in the Lab can only be applied to the Lab portion of your grade, which is worth 25% of your overall grade in ECON 220.</a:t>
            </a:r>
          </a:p>
          <a:p>
            <a:r>
              <a:rPr lang="en-US" dirty="0"/>
              <a:t>The maximum score for the entire Lab component is capped at 25% of your final grade, even if extra credit would otherwise raise it higher.</a:t>
            </a:r>
          </a:p>
          <a:p>
            <a:r>
              <a:rPr lang="en-US" dirty="0"/>
              <a:t>In short: Lab extra credit can help you get up to the full 25% for the lab, but it cannot raise your score in the </a:t>
            </a:r>
            <a:r>
              <a:rPr lang="en-US"/>
              <a:t>theory component.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BBFB24-9A43-1AA5-37A0-1FB39BFC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</a:t>
            </a:r>
          </a:p>
        </p:txBody>
      </p:sp>
    </p:spTree>
    <p:extLst>
      <p:ext uri="{BB962C8B-B14F-4D97-AF65-F5344CB8AC3E}">
        <p14:creationId xmlns:p14="http://schemas.microsoft.com/office/powerpoint/2010/main" val="340101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Importing required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A020A-CE26-8651-3990-253641AF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50" y="2154284"/>
            <a:ext cx="7315200" cy="193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2A7EC-BB41-255D-F2BC-CE3A2589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the dataset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961B53E-D353-AD29-62AC-565DA053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4100299"/>
            <a:ext cx="8222100" cy="528975"/>
          </a:xfrm>
        </p:spPr>
        <p:txBody>
          <a:bodyPr anchor="b"/>
          <a:lstStyle/>
          <a:p>
            <a:r>
              <a:rPr lang="en-US" dirty="0"/>
              <a:t>Our dataset: a sample of 10,000 individuals from 2023 IPUMS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4120F-1454-6B31-B111-78FF62F72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50" y="1406737"/>
            <a:ext cx="5486400" cy="269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5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0371BC-5499-E034-7E10-F4C1D54F4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4209833"/>
            <a:ext cx="8222100" cy="607110"/>
          </a:xfrm>
        </p:spPr>
        <p:txBody>
          <a:bodyPr/>
          <a:lstStyle/>
          <a:p>
            <a:r>
              <a:rPr lang="en-US" dirty="0"/>
              <a:t>Distribution of personal income: right skewed, non-normal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1BABD2-29F0-0AA6-F2B4-3F04C586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 of the sample mean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191E1-EDCD-300F-6C42-16AAE26E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53121"/>
            <a:ext cx="3657600" cy="285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97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EFAA3-9E76-37C7-4B92-29878F81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1281337"/>
            <a:ext cx="8222100" cy="2203552"/>
          </a:xfrm>
        </p:spPr>
        <p:txBody>
          <a:bodyPr/>
          <a:lstStyle/>
          <a:p>
            <a:r>
              <a:rPr lang="en-US" dirty="0"/>
              <a:t>Let's run a simulation. Instead of looking at the whole population, let's look at </a:t>
            </a:r>
            <a:r>
              <a:rPr lang="en-US" b="1" dirty="0">
                <a:solidFill>
                  <a:schemeClr val="accent6"/>
                </a:solidFill>
              </a:rPr>
              <a:t>sample means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Take a random sample of n = 50 people from the income data.</a:t>
            </a:r>
          </a:p>
          <a:p>
            <a:pPr lvl="1"/>
            <a:r>
              <a:rPr lang="en-US" dirty="0"/>
              <a:t>Calculate the mean income of that sample.</a:t>
            </a:r>
          </a:p>
          <a:p>
            <a:pPr lvl="1"/>
            <a:r>
              <a:rPr lang="en-US" dirty="0"/>
              <a:t>Repeat this process 10,000 times.</a:t>
            </a:r>
          </a:p>
          <a:p>
            <a:r>
              <a:rPr lang="en-US" dirty="0"/>
              <a:t>This gives us a new dataset: a list of 10,000 sample means.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169321-CEF1-66C0-D9B8-FD9C838B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Sampling distribution of the sample mean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A891C-87B3-BEBE-1F34-DA4D772E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3412205"/>
            <a:ext cx="6400800" cy="148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C74DA-87F2-DC7C-17C8-F7DE22C7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result: a normal distribution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43C74-0431-436D-47CA-104DED148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3968375"/>
            <a:ext cx="8222100" cy="660899"/>
          </a:xfrm>
        </p:spPr>
        <p:txBody>
          <a:bodyPr/>
          <a:lstStyle/>
          <a:p>
            <a:r>
              <a:rPr lang="en-US" dirty="0"/>
              <a:t>This is what we call the </a:t>
            </a:r>
            <a:r>
              <a:rPr lang="en-US" b="1" dirty="0">
                <a:solidFill>
                  <a:schemeClr val="accent6"/>
                </a:solidFill>
              </a:rPr>
              <a:t>Central Limit Theorem</a:t>
            </a:r>
            <a:r>
              <a:rPr lang="en-US" dirty="0"/>
              <a:t>.</a:t>
            </a:r>
          </a:p>
          <a:p>
            <a:r>
              <a:rPr lang="en-US" dirty="0"/>
              <a:t>Mean of this sample: 52758.6. Population mean: 52635.0046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08A731-6EDC-DF98-B9D7-4A3E25397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750" y="1429354"/>
            <a:ext cx="3200400" cy="25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16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3CA6F1E-2F93-B05F-F16C-AC4DAF3C76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sampling distribution of the sample mean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/>
                  <a:t>) will </a:t>
                </a:r>
                <a:r>
                  <a:rPr lang="en-US" b="1" dirty="0">
                    <a:solidFill>
                      <a:schemeClr val="accent6"/>
                    </a:solidFill>
                  </a:rPr>
                  <a:t>approach a normal distribution</a:t>
                </a:r>
                <a:r>
                  <a:rPr lang="en-US" dirty="0"/>
                  <a:t> as the sample size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 increases, regardless of the population's original distribution.</a:t>
                </a:r>
              </a:p>
              <a:p>
                <a:r>
                  <a:rPr lang="en-US" dirty="0"/>
                  <a:t>Rule of Thumb: A sample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≥30</m:t>
                    </m:r>
                  </m:oMath>
                </a14:m>
                <a:r>
                  <a:rPr lang="en-US" dirty="0"/>
                  <a:t> is usually large enough for the CLT to apply.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3CA6F1E-2F93-B05F-F16C-AC4DAF3C7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49D4F84-60F7-CE18-264A-1D6E4BE3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Limit Theorem</a:t>
            </a:r>
          </a:p>
        </p:txBody>
      </p:sp>
    </p:spTree>
    <p:extLst>
      <p:ext uri="{BB962C8B-B14F-4D97-AF65-F5344CB8AC3E}">
        <p14:creationId xmlns:p14="http://schemas.microsoft.com/office/powerpoint/2010/main" val="160381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84738D-0A6C-6381-8DC9-8006F33E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Testing the CLT with the uniform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BF1C8-599B-2CF1-9F0E-73435E7AA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2020266"/>
            <a:ext cx="6400800" cy="151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4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2D06-2583-C6CC-2B26-2432546F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25D8A0-FCAD-B9CD-4E84-484780E2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Testing the CLT with the uniform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E78C0-1592-A3E8-A5DE-3E1B5E3A4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30337"/>
            <a:ext cx="4572000" cy="33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6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654CC3-259F-F852-1517-C7A0CEA002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CLT doesn't just apply to means—it also applies to </a:t>
                </a:r>
                <a:r>
                  <a:rPr lang="en-US" b="1" dirty="0"/>
                  <a:t>proportions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Example: The unemployment rate in a population is 3.8%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0.038</m:t>
                    </m:r>
                  </m:oMath>
                </a14:m>
                <a:r>
                  <a:rPr lang="en-US" dirty="0"/>
                  <a:t>). The exact probability of finding 3 or fewer unemployed people in a sample of 100 is given by the Binomial distribution.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654CC3-259F-F852-1517-C7A0CEA00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D5B0DB-54DA-4134-2C7C-718B0789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Sampling distribution for a sample proportion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A8BCE-53B6-B7C3-B44A-E48A4AFF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50" y="3274114"/>
            <a:ext cx="7315200" cy="100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8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70690F8-FE2D-3848-DEC0-6BFE3B50A8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Instead of the Binomial, the CLT tells us we can approximate the sampling distribution of a proportion with a normal distribution with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variance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70690F8-FE2D-3848-DEC0-6BFE3B50A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E91668C-70E8-B191-11D7-03471C17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CLT for proportions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3C493-33CE-D985-9FC8-0098D8D3B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88894"/>
            <a:ext cx="6400800" cy="187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33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6C0199-1EDF-BE59-60CC-CB3B0E64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CLT for proportions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9DD92-96CA-EA63-0464-5DD5AFEE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57212"/>
            <a:ext cx="4572000" cy="350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46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CLT is a fundamental theorem that allows us to make inferences about a population from a sample.</a:t>
            </a:r>
          </a:p>
          <a:p>
            <a:r>
              <a:rPr lang="en-US" dirty="0"/>
              <a:t>Even if a population is not normal, the distribution of its sample means will be approximately normal.</a:t>
            </a:r>
          </a:p>
          <a:p>
            <a:r>
              <a:rPr lang="en-US" dirty="0"/>
              <a:t>This principle holds true for both sample means and sample proportions.</a:t>
            </a:r>
          </a:p>
          <a:p>
            <a:r>
              <a:rPr lang="en-US" dirty="0"/>
              <a:t>A sample size of at least 30 is the general rule of thumb for the CLT to apply.</a:t>
            </a:r>
          </a:p>
          <a:p>
            <a:r>
              <a:rPr lang="en-US" dirty="0"/>
              <a:t>Key to conducting hypothesis testing and building confidence intervals.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Complete Data Exercise 6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November 2</a:t>
            </a:r>
          </a:p>
          <a:p>
            <a:r>
              <a:rPr lang="en-US" b="1" dirty="0">
                <a:solidFill>
                  <a:srgbClr val="FFC000"/>
                </a:solidFill>
              </a:rPr>
              <a:t>Complete Data Exercise 8</a:t>
            </a:r>
          </a:p>
          <a:p>
            <a:pPr lvl="1"/>
            <a:r>
              <a:rPr lang="en-US" dirty="0"/>
              <a:t>Upload Jupyter notebook (.</a:t>
            </a:r>
            <a:r>
              <a:rPr lang="en-US" dirty="0" err="1"/>
              <a:t>ipynb</a:t>
            </a:r>
            <a:r>
              <a:rPr lang="en-US" dirty="0"/>
              <a:t> file) and HTML file on </a:t>
            </a:r>
            <a:r>
              <a:rPr lang="en-US" b="1" dirty="0">
                <a:solidFill>
                  <a:srgbClr val="FFC000"/>
                </a:solidFill>
              </a:rPr>
              <a:t>November 9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533</Words>
  <Application>Microsoft Office PowerPoint</Application>
  <PresentationFormat>On-screen Show (16:9)</PresentationFormat>
  <Paragraphs>52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Roboto</vt:lpstr>
      <vt:lpstr>Cambria Math</vt:lpstr>
      <vt:lpstr>Material</vt:lpstr>
      <vt:lpstr>DATA SCIENCE FOR ECONOMISTS</vt:lpstr>
      <vt:lpstr>Outline</vt:lpstr>
      <vt:lpstr>Announcement</vt:lpstr>
      <vt:lpstr>Importing required libraries</vt:lpstr>
      <vt:lpstr>Load the dataset</vt:lpstr>
      <vt:lpstr>Sampling distribution of the sample mean</vt:lpstr>
      <vt:lpstr>Sampling distribution of the sample mean</vt:lpstr>
      <vt:lpstr>The result: a normal distribution</vt:lpstr>
      <vt:lpstr>Central Limit Theorem</vt:lpstr>
      <vt:lpstr>Testing the CLT with the uniform distribution</vt:lpstr>
      <vt:lpstr>Testing the CLT with the uniform distribution</vt:lpstr>
      <vt:lpstr>Sampling distribution for a sample proportion</vt:lpstr>
      <vt:lpstr>The CLT for proportions</vt:lpstr>
      <vt:lpstr>The CLT for proportions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7</cp:revision>
  <dcterms:modified xsi:type="dcterms:W3CDTF">2025-10-31T13:28:32Z</dcterms:modified>
</cp:coreProperties>
</file>